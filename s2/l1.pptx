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7" r:id="rId2"/>
  </p:sldMasterIdLst>
  <p:notesMasterIdLst>
    <p:notesMasterId r:id="rId30"/>
  </p:notesMasterIdLst>
  <p:sldIdLst>
    <p:sldId id="817" r:id="rId3"/>
    <p:sldId id="818" r:id="rId4"/>
    <p:sldId id="819" r:id="rId5"/>
    <p:sldId id="820" r:id="rId6"/>
    <p:sldId id="821" r:id="rId7"/>
    <p:sldId id="822" r:id="rId8"/>
    <p:sldId id="823" r:id="rId9"/>
    <p:sldId id="825" r:id="rId10"/>
    <p:sldId id="826" r:id="rId11"/>
    <p:sldId id="568" r:id="rId12"/>
    <p:sldId id="824" r:id="rId13"/>
    <p:sldId id="827" r:id="rId14"/>
    <p:sldId id="828" r:id="rId15"/>
    <p:sldId id="829" r:id="rId16"/>
    <p:sldId id="830" r:id="rId17"/>
    <p:sldId id="831" r:id="rId18"/>
    <p:sldId id="832" r:id="rId19"/>
    <p:sldId id="833" r:id="rId20"/>
    <p:sldId id="834" r:id="rId21"/>
    <p:sldId id="835" r:id="rId22"/>
    <p:sldId id="836" r:id="rId23"/>
    <p:sldId id="837" r:id="rId24"/>
    <p:sldId id="838" r:id="rId25"/>
    <p:sldId id="839" r:id="rId26"/>
    <p:sldId id="840" r:id="rId27"/>
    <p:sldId id="841" r:id="rId28"/>
    <p:sldId id="842" r:id="rId29"/>
  </p:sldIdLst>
  <p:sldSz cx="21599525" cy="12599988"/>
  <p:notesSz cx="6858000" cy="9144000"/>
  <p:embeddedFontLst>
    <p:embeddedFont>
      <p:font typeface="조군 개발새발 V3" panose="020B0500000000000000" pitchFamily="50" charset="-127"/>
      <p:regular r:id="rId31"/>
    </p:embeddedFont>
    <p:embeddedFont>
      <p:font typeface="Bradley Hand ITC" panose="03070402050302030203" pitchFamily="66" charset="0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HY목각파임B" panose="02030600000101010101" pitchFamily="18" charset="-127"/>
      <p:regular r:id="rId38"/>
    </p:embeddedFont>
    <p:embeddedFont>
      <p:font typeface="Poppins" panose="00000500000000000000" pitchFamily="2" charset="0"/>
      <p:regular r:id="rId39"/>
      <p:bold r:id="rId40"/>
      <p:italic r:id="rId41"/>
      <p:boldItalic r:id="rId42"/>
    </p:embeddedFont>
    <p:embeddedFont>
      <p:font typeface="맑은 고딕" panose="020B0503020000020004" pitchFamily="50" charset="-127"/>
      <p:regular r:id="rId43"/>
      <p:bold r:id="rId44"/>
    </p:embeddedFont>
    <p:embeddedFont>
      <p:font typeface="학교안심 가을소풍 L" panose="02000303000000000000" pitchFamily="2" charset="-127"/>
      <p:regular r:id="rId45"/>
    </p:embeddedFont>
    <p:embeddedFont>
      <p:font typeface="학교안심 우주 R" panose="02000503000000000000" pitchFamily="2" charset="-127"/>
      <p:regular r:id="rId46"/>
    </p:embeddedFont>
  </p:embeddedFontLst>
  <p:defaultTextStyle>
    <a:defPPr>
      <a:defRPr lang="en-US"/>
    </a:defPPr>
    <a:lvl1pPr marL="0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1pPr>
    <a:lvl2pPr marL="358431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2pPr>
    <a:lvl3pPr marL="716861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3pPr>
    <a:lvl4pPr marL="1075290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4pPr>
    <a:lvl5pPr marL="1433721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5pPr>
    <a:lvl6pPr marL="1792152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6pPr>
    <a:lvl7pPr marL="2150582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7pPr>
    <a:lvl8pPr marL="2509013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8pPr>
    <a:lvl9pPr marL="2867444" algn="l" defTabSz="716861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6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8"/>
    <a:srgbClr val="C7DEFB"/>
    <a:srgbClr val="FFFFFF"/>
    <a:srgbClr val="E7F4FC"/>
    <a:srgbClr val="FBDA57"/>
    <a:srgbClr val="FFEDE6"/>
    <a:srgbClr val="A0917E"/>
    <a:srgbClr val="928060"/>
    <a:srgbClr val="9F9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4754" autoAdjust="0"/>
  </p:normalViewPr>
  <p:slideViewPr>
    <p:cSldViewPr>
      <p:cViewPr>
        <p:scale>
          <a:sx n="50" d="100"/>
          <a:sy n="50" d="100"/>
        </p:scale>
        <p:origin x="1338" y="414"/>
      </p:cViewPr>
      <p:guideLst>
        <p:guide orient="horz" pos="2646"/>
        <p:guide pos="34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용권" userId="f4576892-5165-4ec3-8fee-308c2258f490" providerId="ADAL" clId="{E51DDE87-3599-4C5C-ACC6-E489DBB7F287}"/>
    <pc:docChg chg="undo redo custSel addSld delSld modSld sldOrd modMainMaster modNotesMaster">
      <pc:chgData name="문용권" userId="f4576892-5165-4ec3-8fee-308c2258f490" providerId="ADAL" clId="{E51DDE87-3599-4C5C-ACC6-E489DBB7F287}" dt="2025-11-03T06:33:12.249" v="9670"/>
      <pc:docMkLst>
        <pc:docMk/>
      </pc:docMkLst>
    </pc:docChg>
  </pc:docChgLst>
  <pc:docChgLst>
    <pc:chgData name="문용권" userId="S::tyongkwons@godeok.sen.ms.kr::f4576892-5165-4ec3-8fee-308c2258f490" providerId="AD" clId="Web-{BC250DD3-F986-B12A-C595-8DAD33803049}"/>
    <pc:docChg chg="addSld delSld modSld sldOrd">
      <pc:chgData name="문용권" userId="S::tyongkwons@godeok.sen.ms.kr::f4576892-5165-4ec3-8fee-308c2258f490" providerId="AD" clId="Web-{BC250DD3-F986-B12A-C595-8DAD33803049}" dt="2025-11-21T03:29:59.643" v="286" actId="1076"/>
      <pc:docMkLst>
        <pc:docMk/>
      </pc:docMkLst>
    </pc:docChg>
  </pc:docChgLst>
  <pc:docChgLst>
    <pc:chgData name="문용권" userId="f4576892-5165-4ec3-8fee-308c2258f490" providerId="ADAL" clId="{48EE271F-132B-466C-AFE0-91C7CB419FB5}"/>
    <pc:docChg chg="undo redo custSel addSld delSld modSld sldOrd addMainMaster modMainMaster modNotesMaster">
      <pc:chgData name="문용권" userId="f4576892-5165-4ec3-8fee-308c2258f490" providerId="ADAL" clId="{48EE271F-132B-466C-AFE0-91C7CB419FB5}" dt="2025-11-30T22:09:31.693" v="27928"/>
      <pc:docMkLst>
        <pc:docMk/>
      </pc:docMkLst>
      <pc:sldChg chg="addSp delSp modSp add mod delAnim">
        <pc:chgData name="문용권" userId="f4576892-5165-4ec3-8fee-308c2258f490" providerId="ADAL" clId="{48EE271F-132B-466C-AFE0-91C7CB419FB5}" dt="2025-11-23T15:43:36.593" v="21637" actId="14100"/>
        <pc:sldMkLst>
          <pc:docMk/>
          <pc:sldMk cId="1427048828" sldId="568"/>
        </pc:sldMkLst>
        <pc:picChg chg="add mod">
          <ac:chgData name="문용권" userId="f4576892-5165-4ec3-8fee-308c2258f490" providerId="ADAL" clId="{48EE271F-132B-466C-AFE0-91C7CB419FB5}" dt="2025-11-23T15:43:36.593" v="21637" actId="14100"/>
          <ac:picMkLst>
            <pc:docMk/>
            <pc:sldMk cId="1427048828" sldId="568"/>
            <ac:picMk id="1026" creationId="{CBC5E907-133C-613E-05FC-73B1450A41E6}"/>
          </ac:picMkLst>
        </pc:picChg>
      </pc:sldChg>
      <pc:sldChg chg="add del setBg">
        <pc:chgData name="문용권" userId="f4576892-5165-4ec3-8fee-308c2258f490" providerId="ADAL" clId="{48EE271F-132B-466C-AFE0-91C7CB419FB5}" dt="2025-11-30T21:26:21.584" v="26949" actId="47"/>
        <pc:sldMkLst>
          <pc:docMk/>
          <pc:sldMk cId="4103777895" sldId="736"/>
        </pc:sldMkLst>
      </pc:sldChg>
      <pc:sldChg chg="addSp delSp modSp add mod modAnim">
        <pc:chgData name="문용권" userId="f4576892-5165-4ec3-8fee-308c2258f490" providerId="ADAL" clId="{48EE271F-132B-466C-AFE0-91C7CB419FB5}" dt="2025-11-30T21:16:09.665" v="26885" actId="20577"/>
        <pc:sldMkLst>
          <pc:docMk/>
          <pc:sldMk cId="1864228564" sldId="737"/>
        </pc:sldMkLst>
        <pc:spChg chg="del">
          <ac:chgData name="문용권" userId="f4576892-5165-4ec3-8fee-308c2258f490" providerId="ADAL" clId="{48EE271F-132B-466C-AFE0-91C7CB419FB5}" dt="2025-11-30T21:12:46.330" v="26774" actId="478"/>
          <ac:spMkLst>
            <pc:docMk/>
            <pc:sldMk cId="1864228564" sldId="737"/>
            <ac:spMk id="2" creationId="{F40AA287-E17E-636D-86B8-285AD11D4249}"/>
          </ac:spMkLst>
        </pc:spChg>
        <pc:spChg chg="add mod">
          <ac:chgData name="문용권" userId="f4576892-5165-4ec3-8fee-308c2258f490" providerId="ADAL" clId="{48EE271F-132B-466C-AFE0-91C7CB419FB5}" dt="2025-11-30T21:14:06.252" v="26806" actId="1076"/>
          <ac:spMkLst>
            <pc:docMk/>
            <pc:sldMk cId="1864228564" sldId="737"/>
            <ac:spMk id="3" creationId="{C098B013-30E3-F2B7-0991-76092B6FCD34}"/>
          </ac:spMkLst>
        </pc:spChg>
        <pc:spChg chg="mod">
          <ac:chgData name="문용권" userId="f4576892-5165-4ec3-8fee-308c2258f490" providerId="ADAL" clId="{48EE271F-132B-466C-AFE0-91C7CB419FB5}" dt="2025-11-30T21:12:48.014" v="26775" actId="1076"/>
          <ac:spMkLst>
            <pc:docMk/>
            <pc:sldMk cId="1864228564" sldId="737"/>
            <ac:spMk id="4" creationId="{885AD5BE-0733-778B-184A-9D1B2F693295}"/>
          </ac:spMkLst>
        </pc:spChg>
        <pc:spChg chg="add mod">
          <ac:chgData name="문용권" userId="f4576892-5165-4ec3-8fee-308c2258f490" providerId="ADAL" clId="{48EE271F-132B-466C-AFE0-91C7CB419FB5}" dt="2025-11-30T21:14:06.252" v="26806" actId="1076"/>
          <ac:spMkLst>
            <pc:docMk/>
            <pc:sldMk cId="1864228564" sldId="737"/>
            <ac:spMk id="5" creationId="{DBA5CCCA-8B44-4FC3-74FD-E13FE164DB08}"/>
          </ac:spMkLst>
        </pc:spChg>
        <pc:spChg chg="add mod">
          <ac:chgData name="문용권" userId="f4576892-5165-4ec3-8fee-308c2258f490" providerId="ADAL" clId="{48EE271F-132B-466C-AFE0-91C7CB419FB5}" dt="2025-11-30T21:15:43.211" v="26820" actId="571"/>
          <ac:spMkLst>
            <pc:docMk/>
            <pc:sldMk cId="1864228564" sldId="737"/>
            <ac:spMk id="19" creationId="{6FACA5DA-79F2-70DC-E31C-426C173E0301}"/>
          </ac:spMkLst>
        </pc:spChg>
        <pc:spChg chg="add mod">
          <ac:chgData name="문용권" userId="f4576892-5165-4ec3-8fee-308c2258f490" providerId="ADAL" clId="{48EE271F-132B-466C-AFE0-91C7CB419FB5}" dt="2025-11-30T21:15:55.377" v="26851" actId="20577"/>
          <ac:spMkLst>
            <pc:docMk/>
            <pc:sldMk cId="1864228564" sldId="737"/>
            <ac:spMk id="20" creationId="{27598208-E61E-04D9-EDCC-2308002107D7}"/>
          </ac:spMkLst>
        </pc:spChg>
        <pc:spChg chg="add mod">
          <ac:chgData name="문용권" userId="f4576892-5165-4ec3-8fee-308c2258f490" providerId="ADAL" clId="{48EE271F-132B-466C-AFE0-91C7CB419FB5}" dt="2025-11-30T21:16:09.665" v="26885" actId="20577"/>
          <ac:spMkLst>
            <pc:docMk/>
            <pc:sldMk cId="1864228564" sldId="737"/>
            <ac:spMk id="22" creationId="{D6BA9599-7E53-CC5C-A8C1-B76025314DC9}"/>
          </ac:spMkLst>
        </pc:spChg>
        <pc:picChg chg="del">
          <ac:chgData name="문용권" userId="f4576892-5165-4ec3-8fee-308c2258f490" providerId="ADAL" clId="{48EE271F-132B-466C-AFE0-91C7CB419FB5}" dt="2025-11-30T21:11:05.983" v="26744" actId="478"/>
          <ac:picMkLst>
            <pc:docMk/>
            <pc:sldMk cId="1864228564" sldId="737"/>
            <ac:picMk id="6" creationId="{7F99BB4D-C58B-6492-548D-EF0FEBA86C9A}"/>
          </ac:picMkLst>
        </pc:picChg>
        <pc:cxnChg chg="add mod">
          <ac:chgData name="문용권" userId="f4576892-5165-4ec3-8fee-308c2258f490" providerId="ADAL" clId="{48EE271F-132B-466C-AFE0-91C7CB419FB5}" dt="2025-11-30T21:14:06.252" v="26806" actId="1076"/>
          <ac:cxnSpMkLst>
            <pc:docMk/>
            <pc:sldMk cId="1864228564" sldId="737"/>
            <ac:cxnSpMk id="8" creationId="{166A7B92-5473-676F-0E5E-E5CB2D21B077}"/>
          </ac:cxnSpMkLst>
        </pc:cxnChg>
        <pc:cxnChg chg="add mod">
          <ac:chgData name="문용권" userId="f4576892-5165-4ec3-8fee-308c2258f490" providerId="ADAL" clId="{48EE271F-132B-466C-AFE0-91C7CB419FB5}" dt="2025-11-30T21:14:06.252" v="26806" actId="1076"/>
          <ac:cxnSpMkLst>
            <pc:docMk/>
            <pc:sldMk cId="1864228564" sldId="737"/>
            <ac:cxnSpMk id="10" creationId="{45DFE28E-6ADB-F120-B863-DB9545CD27B1}"/>
          </ac:cxnSpMkLst>
        </pc:cxnChg>
        <pc:cxnChg chg="add mod">
          <ac:chgData name="문용권" userId="f4576892-5165-4ec3-8fee-308c2258f490" providerId="ADAL" clId="{48EE271F-132B-466C-AFE0-91C7CB419FB5}" dt="2025-11-30T21:15:40.922" v="26818" actId="14100"/>
          <ac:cxnSpMkLst>
            <pc:docMk/>
            <pc:sldMk cId="1864228564" sldId="737"/>
            <ac:cxnSpMk id="14" creationId="{20D735A9-CF40-8D27-D8DF-2A59380E3836}"/>
          </ac:cxnSpMkLst>
        </pc:cxnChg>
        <pc:cxnChg chg="add mod">
          <ac:chgData name="문용권" userId="f4576892-5165-4ec3-8fee-308c2258f490" providerId="ADAL" clId="{48EE271F-132B-466C-AFE0-91C7CB419FB5}" dt="2025-11-30T21:15:59.766" v="26852" actId="571"/>
          <ac:cxnSpMkLst>
            <pc:docMk/>
            <pc:sldMk cId="1864228564" sldId="737"/>
            <ac:cxnSpMk id="21" creationId="{66B1D39E-B6E2-62C1-CB41-EC2303CFEC6C}"/>
          </ac:cxnSpMkLst>
        </pc:cxnChg>
      </pc:sldChg>
      <pc:sldChg chg="add">
        <pc:chgData name="문용권" userId="f4576892-5165-4ec3-8fee-308c2258f490" providerId="ADAL" clId="{48EE271F-132B-466C-AFE0-91C7CB419FB5}" dt="2025-11-23T15:22:16.905" v="21628"/>
        <pc:sldMkLst>
          <pc:docMk/>
          <pc:sldMk cId="4218601271" sldId="738"/>
        </pc:sldMkLst>
      </pc:sldChg>
      <pc:sldChg chg="add">
        <pc:chgData name="문용권" userId="f4576892-5165-4ec3-8fee-308c2258f490" providerId="ADAL" clId="{48EE271F-132B-466C-AFE0-91C7CB419FB5}" dt="2025-11-23T15:22:16.905" v="21628"/>
        <pc:sldMkLst>
          <pc:docMk/>
          <pc:sldMk cId="3412808186" sldId="739"/>
        </pc:sldMkLst>
      </pc:sldChg>
      <pc:sldChg chg="addSp delSp modSp add mod">
        <pc:chgData name="문용권" userId="f4576892-5165-4ec3-8fee-308c2258f490" providerId="ADAL" clId="{48EE271F-132B-466C-AFE0-91C7CB419FB5}" dt="2025-11-23T16:27:08.241" v="21778" actId="14100"/>
        <pc:sldMkLst>
          <pc:docMk/>
          <pc:sldMk cId="3944771397" sldId="741"/>
        </pc:sldMkLst>
        <pc:spChg chg="mod">
          <ac:chgData name="문용권" userId="f4576892-5165-4ec3-8fee-308c2258f490" providerId="ADAL" clId="{48EE271F-132B-466C-AFE0-91C7CB419FB5}" dt="2025-11-23T15:51:23.410" v="21703" actId="1076"/>
          <ac:spMkLst>
            <pc:docMk/>
            <pc:sldMk cId="3944771397" sldId="741"/>
            <ac:spMk id="3" creationId="{51CAD56C-2739-1120-F15E-3791FE51AB78}"/>
          </ac:spMkLst>
        </pc:spChg>
        <pc:spChg chg="mod">
          <ac:chgData name="문용권" userId="f4576892-5165-4ec3-8fee-308c2258f490" providerId="ADAL" clId="{48EE271F-132B-466C-AFE0-91C7CB419FB5}" dt="2025-11-23T16:27:08.241" v="21778" actId="14100"/>
          <ac:spMkLst>
            <pc:docMk/>
            <pc:sldMk cId="3944771397" sldId="741"/>
            <ac:spMk id="8" creationId="{3B991F19-BF9D-C462-337C-95F464A3406A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10" creationId="{0636BA44-829D-2812-3B31-F94F3F456AB5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11" creationId="{0DEDB45A-F22E-F94F-4872-D585737BDD1C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12" creationId="{CBCD7986-587F-D6EA-9152-F4A2D2955527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14" creationId="{EF0F0210-0C0C-44C9-D185-07FC29D11ACE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15" creationId="{C5BB172E-C0A9-E5F0-468C-90DA35CF5D49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17" creationId="{61EA40FD-D167-8A39-8A1D-1DD6A782F448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54" creationId="{B6C7BBB6-76EA-4434-FCB9-D660EAB41178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57" creationId="{A594EBCC-5B3D-7A92-90EA-B50FD00A7744}"/>
          </ac:spMkLst>
        </pc:spChg>
        <pc:spChg chg="mod">
          <ac:chgData name="문용권" userId="f4576892-5165-4ec3-8fee-308c2258f490" providerId="ADAL" clId="{48EE271F-132B-466C-AFE0-91C7CB419FB5}" dt="2025-11-23T15:44:37.340" v="21643" actId="1076"/>
          <ac:spMkLst>
            <pc:docMk/>
            <pc:sldMk cId="3944771397" sldId="741"/>
            <ac:spMk id="68" creationId="{4584FD5C-B876-76EB-18A3-B943DDE560DE}"/>
          </ac:spMkLst>
        </pc:spChg>
        <pc:grpChg chg="mod">
          <ac:chgData name="문용권" userId="f4576892-5165-4ec3-8fee-308c2258f490" providerId="ADAL" clId="{48EE271F-132B-466C-AFE0-91C7CB419FB5}" dt="2025-11-23T15:51:23.410" v="21703" actId="1076"/>
          <ac:grpSpMkLst>
            <pc:docMk/>
            <pc:sldMk cId="3944771397" sldId="741"/>
            <ac:grpSpMk id="4" creationId="{F0EF6082-2CDC-C540-B7A4-B234AC8F7841}"/>
          </ac:grpSpMkLst>
        </pc:grpChg>
        <pc:grpChg chg="mod">
          <ac:chgData name="문용권" userId="f4576892-5165-4ec3-8fee-308c2258f490" providerId="ADAL" clId="{48EE271F-132B-466C-AFE0-91C7CB419FB5}" dt="2025-11-23T15:51:23.410" v="21703" actId="1076"/>
          <ac:grpSpMkLst>
            <pc:docMk/>
            <pc:sldMk cId="3944771397" sldId="741"/>
            <ac:grpSpMk id="46" creationId="{27B3F8F7-B58E-96FB-A0B4-D099704634D9}"/>
          </ac:grpSpMkLst>
        </pc:grpChg>
        <pc:grpChg chg="mod">
          <ac:chgData name="문용권" userId="f4576892-5165-4ec3-8fee-308c2258f490" providerId="ADAL" clId="{48EE271F-132B-466C-AFE0-91C7CB419FB5}" dt="2025-11-23T15:51:23.410" v="21703" actId="1076"/>
          <ac:grpSpMkLst>
            <pc:docMk/>
            <pc:sldMk cId="3944771397" sldId="741"/>
            <ac:grpSpMk id="59" creationId="{C817B36E-96D0-FC83-89C4-2F142C1FB7D7}"/>
          </ac:grpSpMkLst>
        </pc:grpChg>
        <pc:picChg chg="add mod">
          <ac:chgData name="문용권" userId="f4576892-5165-4ec3-8fee-308c2258f490" providerId="ADAL" clId="{48EE271F-132B-466C-AFE0-91C7CB419FB5}" dt="2025-11-23T15:51:13.303" v="21702" actId="167"/>
          <ac:picMkLst>
            <pc:docMk/>
            <pc:sldMk cId="3944771397" sldId="741"/>
            <ac:picMk id="19" creationId="{449EE781-2C2C-50EE-7589-BB0247A2E11C}"/>
          </ac:picMkLst>
        </pc:picChg>
      </pc:sldChg>
      <pc:sldChg chg="addSp delSp modSp add">
        <pc:chgData name="문용권" userId="f4576892-5165-4ec3-8fee-308c2258f490" providerId="ADAL" clId="{48EE271F-132B-466C-AFE0-91C7CB419FB5}" dt="2025-11-23T15:51:01.993" v="21699" actId="1076"/>
        <pc:sldMkLst>
          <pc:docMk/>
          <pc:sldMk cId="4000199692" sldId="742"/>
        </pc:sldMkLst>
        <pc:picChg chg="add mod">
          <ac:chgData name="문용권" userId="f4576892-5165-4ec3-8fee-308c2258f490" providerId="ADAL" clId="{48EE271F-132B-466C-AFE0-91C7CB419FB5}" dt="2025-11-23T15:51:01.993" v="21699" actId="1076"/>
          <ac:picMkLst>
            <pc:docMk/>
            <pc:sldMk cId="4000199692" sldId="742"/>
            <ac:picMk id="8" creationId="{E3623B1D-31EA-4A73-C12C-F64339AC9584}"/>
          </ac:picMkLst>
        </pc:picChg>
      </pc:sldChg>
      <pc:sldChg chg="addSp delSp modSp add mod">
        <pc:chgData name="문용권" userId="f4576892-5165-4ec3-8fee-308c2258f490" providerId="ADAL" clId="{48EE271F-132B-466C-AFE0-91C7CB419FB5}" dt="2025-11-23T17:26:10.783" v="24011"/>
        <pc:sldMkLst>
          <pc:docMk/>
          <pc:sldMk cId="1984352666" sldId="743"/>
        </pc:sldMkLst>
        <pc:spChg chg="mod">
          <ac:chgData name="문용권" userId="f4576892-5165-4ec3-8fee-308c2258f490" providerId="ADAL" clId="{48EE271F-132B-466C-AFE0-91C7CB419FB5}" dt="2025-11-23T17:25:41.542" v="24004" actId="14100"/>
          <ac:spMkLst>
            <pc:docMk/>
            <pc:sldMk cId="1984352666" sldId="743"/>
            <ac:spMk id="3" creationId="{D927DB5F-A637-5ECE-07F6-7301F52645F1}"/>
          </ac:spMkLst>
        </pc:spChg>
        <pc:spChg chg="mod">
          <ac:chgData name="문용권" userId="f4576892-5165-4ec3-8fee-308c2258f490" providerId="ADAL" clId="{48EE271F-132B-466C-AFE0-91C7CB419FB5}" dt="2025-11-23T17:25:16.927" v="23997" actId="6549"/>
          <ac:spMkLst>
            <pc:docMk/>
            <pc:sldMk cId="1984352666" sldId="743"/>
            <ac:spMk id="8" creationId="{49AA4F60-1DC8-75AF-4F5F-83A44B94B442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52" creationId="{73D98FCD-F96B-A35F-40A8-F6106F4614C8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53" creationId="{E029F5CC-7E77-E42E-41CF-97CF91561344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59" creationId="{73D1D3BE-D98D-ED19-504E-D23892CABC13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61" creationId="{283C0F55-1340-7885-090C-EE9BCF72A588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62" creationId="{7A08B873-B381-D072-E4DD-9D926C4A60E3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95" creationId="{F5685543-7AD2-44DC-A68E-EAE998E38A55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96" creationId="{50871C92-027A-7B47-CF4B-F1747A31E6E1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102" creationId="{D886CA5A-73DD-4AE8-5B0D-5C3D1FC89CE6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107" creationId="{374B3FE8-4253-852C-62BC-BE7E092D556D}"/>
          </ac:spMkLst>
        </pc:spChg>
        <pc:spChg chg="mod">
          <ac:chgData name="문용권" userId="f4576892-5165-4ec3-8fee-308c2258f490" providerId="ADAL" clId="{48EE271F-132B-466C-AFE0-91C7CB419FB5}" dt="2025-11-23T17:26:10.783" v="24011"/>
          <ac:spMkLst>
            <pc:docMk/>
            <pc:sldMk cId="1984352666" sldId="743"/>
            <ac:spMk id="114" creationId="{60B93D02-FEBF-78AF-C729-EEAF6DF56BD3}"/>
          </ac:spMkLst>
        </pc:spChg>
        <pc:picChg chg="add mod">
          <ac:chgData name="문용권" userId="f4576892-5165-4ec3-8fee-308c2258f490" providerId="ADAL" clId="{48EE271F-132B-466C-AFE0-91C7CB419FB5}" dt="2025-11-23T17:25:47.797" v="24005" actId="14100"/>
          <ac:picMkLst>
            <pc:docMk/>
            <pc:sldMk cId="1984352666" sldId="743"/>
            <ac:picMk id="4" creationId="{084ADA5B-229D-5369-66A9-A62163B02AAB}"/>
          </ac:picMkLst>
        </pc:picChg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1874514364" sldId="746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1106331459" sldId="747"/>
        </pc:sldMkLst>
      </pc:sldChg>
      <pc:sldChg chg="add setBg">
        <pc:chgData name="문용권" userId="f4576892-5165-4ec3-8fee-308c2258f490" providerId="ADAL" clId="{48EE271F-132B-466C-AFE0-91C7CB419FB5}" dt="2025-11-23T16:01:10.150" v="21707"/>
        <pc:sldMkLst>
          <pc:docMk/>
          <pc:sldMk cId="1398581655" sldId="748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1306182469" sldId="749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2615792913" sldId="750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294463119" sldId="751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1143687677" sldId="752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4169487190" sldId="753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740173448" sldId="754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1983422534" sldId="755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3999515880" sldId="756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303897285" sldId="757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3756890343" sldId="758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1350060308" sldId="759"/>
        </pc:sldMkLst>
      </pc:sldChg>
      <pc:sldChg chg="add">
        <pc:chgData name="문용권" userId="f4576892-5165-4ec3-8fee-308c2258f490" providerId="ADAL" clId="{48EE271F-132B-466C-AFE0-91C7CB419FB5}" dt="2025-11-23T16:01:10.150" v="21707"/>
        <pc:sldMkLst>
          <pc:docMk/>
          <pc:sldMk cId="2193333707" sldId="760"/>
        </pc:sldMkLst>
      </pc:sldChg>
      <pc:sldChg chg="addSp modSp add">
        <pc:chgData name="문용권" userId="f4576892-5165-4ec3-8fee-308c2258f490" providerId="ADAL" clId="{48EE271F-132B-466C-AFE0-91C7CB419FB5}" dt="2025-11-23T16:04:12.244" v="21708"/>
        <pc:sldMkLst>
          <pc:docMk/>
          <pc:sldMk cId="257629964" sldId="761"/>
        </pc:sldMkLst>
      </pc:sldChg>
      <pc:sldChg chg="addSp delSp modSp add mod">
        <pc:chgData name="문용권" userId="f4576892-5165-4ec3-8fee-308c2258f490" providerId="ADAL" clId="{48EE271F-132B-466C-AFE0-91C7CB419FB5}" dt="2025-11-23T16:04:28.720" v="21715" actId="1076"/>
        <pc:sldMkLst>
          <pc:docMk/>
          <pc:sldMk cId="1158395408" sldId="762"/>
        </pc:sldMkLst>
        <pc:picChg chg="add mod">
          <ac:chgData name="문용권" userId="f4576892-5165-4ec3-8fee-308c2258f490" providerId="ADAL" clId="{48EE271F-132B-466C-AFE0-91C7CB419FB5}" dt="2025-11-23T16:04:28.720" v="21715" actId="1076"/>
          <ac:picMkLst>
            <pc:docMk/>
            <pc:sldMk cId="1158395408" sldId="762"/>
            <ac:picMk id="8" creationId="{0259C939-0D67-84A0-052B-6DE0992B1CB6}"/>
          </ac:picMkLst>
        </pc:picChg>
      </pc:sldChg>
      <pc:sldChg chg="addSp delSp modSp add mod modTransition setBg delAnim modAnim">
        <pc:chgData name="문용권" userId="f4576892-5165-4ec3-8fee-308c2258f490" providerId="ADAL" clId="{48EE271F-132B-466C-AFE0-91C7CB419FB5}" dt="2025-11-23T16:37:23.134" v="22011" actId="21"/>
        <pc:sldMkLst>
          <pc:docMk/>
          <pc:sldMk cId="912134136" sldId="763"/>
        </pc:sldMkLst>
        <pc:picChg chg="mod">
          <ac:chgData name="문용권" userId="f4576892-5165-4ec3-8fee-308c2258f490" providerId="ADAL" clId="{48EE271F-132B-466C-AFE0-91C7CB419FB5}" dt="2025-11-23T16:04:42.862" v="21718" actId="14100"/>
          <ac:picMkLst>
            <pc:docMk/>
            <pc:sldMk cId="912134136" sldId="763"/>
            <ac:picMk id="8" creationId="{15143304-8E4C-ADFA-FCE3-243B086D04D9}"/>
          </ac:picMkLst>
        </pc:picChg>
      </pc:sldChg>
      <pc:sldChg chg="addSp delSp modSp add mod modTransition setBg delAnim modAnim">
        <pc:chgData name="문용권" userId="f4576892-5165-4ec3-8fee-308c2258f490" providerId="ADAL" clId="{48EE271F-132B-466C-AFE0-91C7CB419FB5}" dt="2025-11-23T16:37:26.716" v="22012"/>
        <pc:sldMkLst>
          <pc:docMk/>
          <pc:sldMk cId="2158796197" sldId="764"/>
        </pc:sldMkLst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16" creationId="{30CB3C78-4094-E037-9918-C62D94814167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21" creationId="{E0EBD605-E4BF-8B73-104A-7F1F9243707E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25" creationId="{FF467DFD-F384-489D-BF5B-98C15A9C442E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29" creationId="{0CE0BE5C-6C18-7733-2FA4-F09BE201C0D5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32" creationId="{29ECDC56-E249-86BC-1292-4D1350589C20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33" creationId="{C1CFBAB5-8D5A-E664-7FDD-20621B8496D4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34" creationId="{B0DD0F3E-D84D-7C82-DEB9-3718E4A750AD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37" creationId="{37AF4D63-7470-F223-4F60-268BF27D658D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38" creationId="{34D114D3-9992-44F7-F807-BB913C0CEABE}"/>
          </ac:spMkLst>
        </pc:spChg>
        <pc:spChg chg="mod">
          <ac:chgData name="문용권" userId="f4576892-5165-4ec3-8fee-308c2258f490" providerId="ADAL" clId="{48EE271F-132B-466C-AFE0-91C7CB419FB5}" dt="2025-11-23T16:23:43.569" v="21731"/>
          <ac:spMkLst>
            <pc:docMk/>
            <pc:sldMk cId="2158796197" sldId="764"/>
            <ac:spMk id="39" creationId="{C1FE42EF-E3FE-55DF-3C36-B77BE8302B14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51" creationId="{05A0F722-CE3C-A65A-8521-60EDA9FADFE9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53" creationId="{1D05BF7F-1F4F-B453-AB8D-9ABE3106CDE1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56" creationId="{CAA6ABC1-28F1-142F-B563-4A8B1808FDC1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57" creationId="{163325BF-2D02-C475-C32C-AA9917250D53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59" creationId="{D1D385F4-CEF4-1DDB-0171-A5E708D205FA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65" creationId="{CA66464A-3F93-EC58-9F3E-42938D15B704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75" creationId="{39871169-51E4-69B2-4CC7-D8BB875EC916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78" creationId="{5E2764D7-6529-B9C8-A508-89D75867ADE9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81" creationId="{B0547F44-E1C7-F426-28FA-2F29C01BF184}"/>
          </ac:spMkLst>
        </pc:spChg>
        <pc:spChg chg="mod">
          <ac:chgData name="문용권" userId="f4576892-5165-4ec3-8fee-308c2258f490" providerId="ADAL" clId="{48EE271F-132B-466C-AFE0-91C7CB419FB5}" dt="2025-11-23T16:25:16.416" v="21733"/>
          <ac:spMkLst>
            <pc:docMk/>
            <pc:sldMk cId="2158796197" sldId="764"/>
            <ac:spMk id="83" creationId="{EC37A19F-8115-AAFF-D672-2FB4CEBE0C70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00" creationId="{EAC53A50-E83A-ADC4-0999-ED659F4CBABF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06" creationId="{F60EDFEB-E538-AB4F-331F-4740B84617B2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16" creationId="{FE9CB814-87E7-C994-E82C-538BBC11C8B9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18" creationId="{9BCE7FA0-CE51-F594-2EEA-9EBC246A6B2D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22" creationId="{82CFD03B-F74C-E4F9-3C34-71E3DB8ECC7F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40" creationId="{BD2CEBE9-7067-3B15-89EB-68EF8CBFBABB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48" creationId="{983D6B84-EAFD-2BB2-505B-84A554BCC6F6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54" creationId="{454C6A50-7E55-E1DA-A83E-B054B33ED97F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63" creationId="{95EABFA1-4FA8-59F5-65CF-FCA7CBF703BB}"/>
          </ac:spMkLst>
        </pc:spChg>
        <pc:spChg chg="mod">
          <ac:chgData name="문용권" userId="f4576892-5165-4ec3-8fee-308c2258f490" providerId="ADAL" clId="{48EE271F-132B-466C-AFE0-91C7CB419FB5}" dt="2025-11-23T16:25:38.094" v="21738"/>
          <ac:spMkLst>
            <pc:docMk/>
            <pc:sldMk cId="2158796197" sldId="764"/>
            <ac:spMk id="165" creationId="{DC592C2D-F663-89FD-54CE-E3686322A195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191" creationId="{A02622B9-1CD9-DC83-3C69-6BEF1252C3BA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26" creationId="{D2CF039E-28D2-5904-8001-9161FFE5524C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29" creationId="{33F068F3-7EEB-F4E3-9DC7-F3C0CC13F7F3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42" creationId="{ACB41BBC-9F42-4CB1-92D7-11FB44BD7C36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45" creationId="{9F210707-02C3-7AD9-5345-0D2207594E3B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69" creationId="{5FFAC828-BA84-7ACB-1C8B-A4D42BFDF1F4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79" creationId="{B2705949-409D-3E35-09AF-441887EBCE29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80" creationId="{378EB82D-0BA8-9777-B23B-C41298B078F0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288" creationId="{6B73D766-7C4E-AB39-4A03-63FCB918C608}"/>
          </ac:spMkLst>
        </pc:spChg>
        <pc:spChg chg="mod">
          <ac:chgData name="문용권" userId="f4576892-5165-4ec3-8fee-308c2258f490" providerId="ADAL" clId="{48EE271F-132B-466C-AFE0-91C7CB419FB5}" dt="2025-11-23T16:25:45.264" v="21742"/>
          <ac:spMkLst>
            <pc:docMk/>
            <pc:sldMk cId="2158796197" sldId="764"/>
            <ac:spMk id="314" creationId="{10E374D0-DEF6-7D6A-F6F3-0D87AE7CC6B1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352" creationId="{000535CD-68BD-F1A9-686A-1D2E371804DC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353" creationId="{8C7C189E-3B91-A990-6282-0DCD47C3CBE7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355" creationId="{37BA7EC3-A94C-4C0A-2A0F-69B17C2E99D5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408" creationId="{8503E05D-3757-3A04-2607-924540CA0E3B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409" creationId="{A0CAAA64-1082-273F-C2B2-89187F720838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411" creationId="{529C3610-1642-7C96-296A-5C42A41595E1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417" creationId="{7D9FC32D-9450-61FB-4958-46C8FCC9688F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479" creationId="{F6A453B5-CF79-3019-A5FC-BC4AAC0F72D7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523" creationId="{731A320A-48BB-1EF6-EE4B-F28C38D1ACC3}"/>
          </ac:spMkLst>
        </pc:spChg>
        <pc:spChg chg="mod">
          <ac:chgData name="문용권" userId="f4576892-5165-4ec3-8fee-308c2258f490" providerId="ADAL" clId="{48EE271F-132B-466C-AFE0-91C7CB419FB5}" dt="2025-11-23T16:25:56.937" v="21748"/>
          <ac:spMkLst>
            <pc:docMk/>
            <pc:sldMk cId="2158796197" sldId="764"/>
            <ac:spMk id="572" creationId="{CB94BF9A-EFC1-FF51-14A3-08E7A172ACB1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592" creationId="{E6F746AE-10DE-F4E6-3ABC-62CA4765A45D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597" creationId="{C5EA0838-85A7-0855-8F42-DE04D4C02F2A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00" creationId="{611A7B8F-163E-2453-9503-2451DFAF0634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01" creationId="{CA7789C4-8C63-641D-02CA-4EDD4AF35F05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03" creationId="{9F159A6B-478A-3B80-8B30-8A7C89279863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09" creationId="{81F66A60-6059-E5C0-963A-5B49AFC33F23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10" creationId="{6703935D-C93B-2146-35E2-91186F35355C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11" creationId="{7707DE5F-6F23-07A6-C49B-6B1FA7C7A5DB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18" creationId="{A2550C68-7618-A9CE-FB4B-047E27B457D0}"/>
          </ac:spMkLst>
        </pc:spChg>
        <pc:spChg chg="mod">
          <ac:chgData name="문용권" userId="f4576892-5165-4ec3-8fee-308c2258f490" providerId="ADAL" clId="{48EE271F-132B-466C-AFE0-91C7CB419FB5}" dt="2025-11-23T16:26:13.949" v="21755"/>
          <ac:spMkLst>
            <pc:docMk/>
            <pc:sldMk cId="2158796197" sldId="764"/>
            <ac:spMk id="620" creationId="{9E441F75-A094-0097-0F01-B220E38C878A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38" creationId="{D29F25A8-09DE-848E-231E-155ABBA67245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41" creationId="{B448FC01-C1BE-D062-1B48-4A5020360CA1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43" creationId="{42ED95DA-30EF-B782-280C-E04BC3F50835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44" creationId="{0F0C5819-CC50-56FD-FAE7-8D462FA01A9F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46" creationId="{55A26D95-2777-4FAD-42D4-1119C69FD951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49" creationId="{F5B71046-438D-4F96-3B09-DFFCC9A74C8C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50" creationId="{D5E1ADEF-959D-7FF9-F0C5-B2253C056680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51" creationId="{9A68586D-B9FA-AA5D-6D14-D6338F8C1A48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55" creationId="{9352A16B-8F4B-1F8F-EBED-3087A9D6A540}"/>
          </ac:spMkLst>
        </pc:spChg>
        <pc:spChg chg="mod">
          <ac:chgData name="문용권" userId="f4576892-5165-4ec3-8fee-308c2258f490" providerId="ADAL" clId="{48EE271F-132B-466C-AFE0-91C7CB419FB5}" dt="2025-11-23T16:26:18.146" v="21758"/>
          <ac:spMkLst>
            <pc:docMk/>
            <pc:sldMk cId="2158796197" sldId="764"/>
            <ac:spMk id="656" creationId="{4B54DA20-9278-CDC4-2A5E-13314A0F3D60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16" creationId="{37F59012-FB41-E501-145F-483BA7321820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18" creationId="{55DC3C01-7C1A-140A-68AE-829703840898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19" creationId="{9DD2070E-B27B-C098-EF7D-DF7E1B26FD70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22" creationId="{C58D5BEC-E755-E58E-620E-8A6B339C870A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23" creationId="{81CBCC41-2899-D243-9DE1-740DC6C18E33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25" creationId="{00AE639A-CCF6-C3B3-F89F-4041394A8A97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27" creationId="{44F5C6A8-6180-8E1A-85AC-657D25C438B0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30" creationId="{D0CF6666-8B1A-B93C-9E27-9325A2314892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32" creationId="{228D728B-2FCA-D2F2-4940-35A078253484}"/>
          </ac:spMkLst>
        </pc:spChg>
        <pc:spChg chg="mod">
          <ac:chgData name="문용권" userId="f4576892-5165-4ec3-8fee-308c2258f490" providerId="ADAL" clId="{48EE271F-132B-466C-AFE0-91C7CB419FB5}" dt="2025-11-23T16:26:23.239" v="21761"/>
          <ac:spMkLst>
            <pc:docMk/>
            <pc:sldMk cId="2158796197" sldId="764"/>
            <ac:spMk id="735" creationId="{49DC9F71-1F3A-476D-7963-B70525FBCC07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56" creationId="{8DA43ED2-BDCA-B5FC-CB19-C88CE78DDD32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58" creationId="{61003014-8DFB-5A65-045B-5C2E7444D6FA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64" creationId="{0C1E0CD3-2B4E-A359-6A5F-3CA7B8D2410E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69" creationId="{854FD5CE-1D54-F905-9ABE-98F50DB5A087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72" creationId="{56280CB0-C8A2-52B5-1D1C-C4D841B9E506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75" creationId="{B157C8FA-E480-E132-3621-3AD01020589F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93" creationId="{8C7C5293-925A-5711-8EEB-4951B20CD0EA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97" creationId="{019D39DC-BB27-E5BB-4A51-3A7011681F90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799" creationId="{5D60DD48-2E06-8BA9-BF9A-4FD710BA5DAD}"/>
          </ac:spMkLst>
        </pc:spChg>
        <pc:spChg chg="mod">
          <ac:chgData name="문용권" userId="f4576892-5165-4ec3-8fee-308c2258f490" providerId="ADAL" clId="{48EE271F-132B-466C-AFE0-91C7CB419FB5}" dt="2025-11-23T16:26:27.735" v="21763"/>
          <ac:spMkLst>
            <pc:docMk/>
            <pc:sldMk cId="2158796197" sldId="764"/>
            <ac:spMk id="814" creationId="{CCA9EFCB-2AA6-0C29-E01E-0C2483FDBEEB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34" creationId="{D1BAA89D-6A7B-A70C-F27D-140587B8CFF2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40" creationId="{F76BCDFC-442E-6CE0-7541-639414282A64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43" creationId="{D1D15EBD-FB80-CE29-AFA2-D526C6100F1D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46" creationId="{0300FBD8-EFBE-CF94-81D9-A3DAAFA32B7F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47" creationId="{07E8970D-A230-8AD5-112A-94507CC55E2C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50" creationId="{E7DAC099-57AF-D3AC-4F6F-D62B47818615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52" creationId="{91C48606-A013-C0BB-4F9A-B392FDBCD3F3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57" creationId="{32E7B30E-B22A-9A31-FF3A-2A8D0FD40FD0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59" creationId="{5BCECC93-458E-E177-3CDC-EB6679B75F28}"/>
          </ac:spMkLst>
        </pc:spChg>
        <pc:spChg chg="mod">
          <ac:chgData name="문용권" userId="f4576892-5165-4ec3-8fee-308c2258f490" providerId="ADAL" clId="{48EE271F-132B-466C-AFE0-91C7CB419FB5}" dt="2025-11-23T16:26:39.342" v="21769"/>
          <ac:spMkLst>
            <pc:docMk/>
            <pc:sldMk cId="2158796197" sldId="764"/>
            <ac:spMk id="860" creationId="{727CDB54-3B53-B7A3-82DC-EDD72E020317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880" creationId="{E545092A-616A-63C7-9C21-4E17C45ED334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882" creationId="{4120491D-32D5-E8EA-CD63-8C40227C9EA3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883" creationId="{205F431C-B95E-1058-A31F-A718DD2A8E80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886" creationId="{59F6208B-B639-DCE6-F5CA-CBA8E1FE2073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896" creationId="{5AA11528-8DCA-34EF-0932-51624F93844C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900" creationId="{7FCC018C-43A0-E1AE-165B-79A65B903FF6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902" creationId="{55C5FE58-1565-4317-6682-683B9861B4E7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903" creationId="{7E80A009-896B-1849-5DB0-012F108A2FC4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905" creationId="{1F5B4A2F-48FD-72E4-D3FD-4BC2AF4A3F86}"/>
          </ac:spMkLst>
        </pc:spChg>
        <pc:spChg chg="mod">
          <ac:chgData name="문용권" userId="f4576892-5165-4ec3-8fee-308c2258f490" providerId="ADAL" clId="{48EE271F-132B-466C-AFE0-91C7CB419FB5}" dt="2025-11-23T16:26:40.912" v="21771"/>
          <ac:spMkLst>
            <pc:docMk/>
            <pc:sldMk cId="2158796197" sldId="764"/>
            <ac:spMk id="906" creationId="{556BA3B5-F5B6-75CA-9BC1-BF1AB05882CE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23" creationId="{72A593D2-18D8-C237-A802-5259149AE4D6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32" creationId="{6BF882E3-749A-A414-907A-DCF6F9FAB32C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33" creationId="{7C5DAA24-7750-853E-5EDA-7D3CBB9A08BF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36" creationId="{FA610CEF-FEC0-E99B-A542-D6B8383D30FB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37" creationId="{8D4B8FAB-8B11-195B-434D-33831A6CE206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40" creationId="{66483741-07E1-9700-7797-6672A404E3F4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41" creationId="{85FBD434-AD41-DF02-0F92-35805529573E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47" creationId="{0A609198-90DB-A039-CB7C-A8DFBE7C6B24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50" creationId="{F4DB1ED1-3830-15DD-43D2-54E467176DDB}"/>
          </ac:spMkLst>
        </pc:spChg>
        <pc:spChg chg="mod">
          <ac:chgData name="문용권" userId="f4576892-5165-4ec3-8fee-308c2258f490" providerId="ADAL" clId="{48EE271F-132B-466C-AFE0-91C7CB419FB5}" dt="2025-11-23T16:26:44.073" v="21773"/>
          <ac:spMkLst>
            <pc:docMk/>
            <pc:sldMk cId="2158796197" sldId="764"/>
            <ac:spMk id="951" creationId="{C3BA9AF5-5786-D130-9B47-73B8D8B4138A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67" creationId="{9DE35AFA-4EE0-6AE0-F80B-7C0E528CCE40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70" creationId="{5B4D63E6-996F-9259-F662-2BDCD0E5EF70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71" creationId="{772550BA-2622-47F1-BFA0-B102E8F88DC7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74" creationId="{118F6E8D-D89C-94D7-5A0F-587290D794AA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76" creationId="{1A47B596-257A-DC91-D388-69CFC329CFAC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79" creationId="{B8A71B86-E3E3-4606-3F8D-81400AD01639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81" creationId="{6D063BD5-F363-6B62-D492-A2353685021E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82" creationId="{14B5C458-62F0-8E6C-4878-B66029F60226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84" creationId="{AA01131D-4C08-1DDF-B53C-0D3842A7F004}"/>
          </ac:spMkLst>
        </pc:spChg>
        <pc:spChg chg="mod">
          <ac:chgData name="문용권" userId="f4576892-5165-4ec3-8fee-308c2258f490" providerId="ADAL" clId="{48EE271F-132B-466C-AFE0-91C7CB419FB5}" dt="2025-11-23T16:26:49.081" v="21775"/>
          <ac:spMkLst>
            <pc:docMk/>
            <pc:sldMk cId="2158796197" sldId="764"/>
            <ac:spMk id="988" creationId="{9D74A0E1-4623-E474-CB61-FF3BB6B63D36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010" creationId="{1E02E254-2D71-EC9E-B114-10C5302FBCC9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103" creationId="{02C484B6-D6F2-8BDA-7A46-A8B04C62CBFB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264" creationId="{60633F57-B14B-1B0E-3E99-B75AA98056AE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310" creationId="{4D07AA02-190C-AD70-A0AA-6E6305964278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561" creationId="{F6E91583-6F46-9BDA-7EA7-78E47EB20156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580" creationId="{AF3EEAB2-0877-E94A-9A9A-45A2F2A46009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618" creationId="{A0D4DE09-00B9-E9E3-9E2C-3B3DC5822E34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742" creationId="{CDE5F49E-0C54-B2B8-116A-B2D8F83EC624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806" creationId="{CA4CFF3A-0B17-D205-3C78-FE44B6A2B53D}"/>
          </ac:spMkLst>
        </pc:spChg>
        <pc:spChg chg="mod">
          <ac:chgData name="문용권" userId="f4576892-5165-4ec3-8fee-308c2258f490" providerId="ADAL" clId="{48EE271F-132B-466C-AFE0-91C7CB419FB5}" dt="2025-11-23T16:36:22.669" v="21995"/>
          <ac:spMkLst>
            <pc:docMk/>
            <pc:sldMk cId="2158796197" sldId="764"/>
            <ac:spMk id="1857" creationId="{BF0969B7-50AE-3BC2-043C-90B263315C00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1925" creationId="{4AC01860-3A2D-FA8C-24D6-486D6379E385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080" creationId="{E5D091EB-0E59-2DCD-EFCB-171B9D6AA5C7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130" creationId="{BCE7286D-73EB-1E41-6593-3708B79B643F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179" creationId="{AE06ED33-56C4-03A7-0D67-D3EE474659BF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279" creationId="{18D9F61B-20B4-32F4-04D5-287A2814B471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342" creationId="{524B34A5-5FF1-27F8-49AD-60AEE0D0C9B5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451" creationId="{4AFDF68A-7BC2-3BE1-30A4-D7406E2C819C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527" creationId="{6A5FAA2D-CB3C-7C4C-4533-58526909F726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665" creationId="{E9DB218C-C434-CEB2-55A3-F7800DA123B0}"/>
          </ac:spMkLst>
        </pc:spChg>
        <pc:spChg chg="mod">
          <ac:chgData name="문용권" userId="f4576892-5165-4ec3-8fee-308c2258f490" providerId="ADAL" clId="{48EE271F-132B-466C-AFE0-91C7CB419FB5}" dt="2025-11-23T16:36:27.396" v="21997"/>
          <ac:spMkLst>
            <pc:docMk/>
            <pc:sldMk cId="2158796197" sldId="764"/>
            <ac:spMk id="2667" creationId="{D16D5B6F-B28B-6FEE-BB46-39E5905FA99F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2897" creationId="{0756FED1-1BED-4361-3E1B-51E896AE6D88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2908" creationId="{0A3B0658-C06D-3EB7-BC33-ED66CFF59FC6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2911" creationId="{267B0CBB-69F5-1C87-7D71-DA019ECA73AA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2937" creationId="{8F5D3988-7836-A46B-6F6A-6FE41A1CC6A3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2985" creationId="{92D6457B-302C-899F-3026-204986EC6770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3388" creationId="{6EC4A6F0-8E84-D4C5-22B1-7AF280DA7404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3438" creationId="{017B214C-48C0-1244-6333-E5A6DAEAA0D9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3600" creationId="{B37DD0E7-6D8E-B9B5-4EA0-81BDD13C20F9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3638" creationId="{D0572429-4701-FA11-6FA2-1981C8E14E11}"/>
          </ac:spMkLst>
        </pc:spChg>
        <pc:spChg chg="mod">
          <ac:chgData name="문용권" userId="f4576892-5165-4ec3-8fee-308c2258f490" providerId="ADAL" clId="{48EE271F-132B-466C-AFE0-91C7CB419FB5}" dt="2025-11-23T16:36:54.556" v="22002"/>
          <ac:spMkLst>
            <pc:docMk/>
            <pc:sldMk cId="2158796197" sldId="764"/>
            <ac:spMk id="3767" creationId="{16B689DD-8CB2-E2C1-6D45-B39A7DEB9A8E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3851" creationId="{0B2EBE59-C75E-844F-9A54-8D575BDB5213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3915" creationId="{CF56B000-24EC-1E72-6C1B-6EA966B9D24F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3927" creationId="{40530ECA-E510-723C-027C-96DA33F175CC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4060" creationId="{F2F13F42-386D-0998-1A03-8682CBC9C055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4169" creationId="{1B1B1135-652F-9EE9-541E-B358537DE494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4336" creationId="{A18EA0D2-D632-1932-FC9E-BFF1CC07E8E3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4438" creationId="{E8C66009-6A13-CDA7-08D2-AB96F0A56921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4568" creationId="{3B6C8406-5456-28E8-6791-0D2949D756F7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4580" creationId="{369ED497-DE67-7812-F5F0-50F8D55FE8AA}"/>
          </ac:spMkLst>
        </pc:spChg>
        <pc:spChg chg="mod">
          <ac:chgData name="문용권" userId="f4576892-5165-4ec3-8fee-308c2258f490" providerId="ADAL" clId="{48EE271F-132B-466C-AFE0-91C7CB419FB5}" dt="2025-11-23T16:37:07.402" v="22006"/>
          <ac:spMkLst>
            <pc:docMk/>
            <pc:sldMk cId="2158796197" sldId="764"/>
            <ac:spMk id="4624" creationId="{56543F91-D1A5-5077-1B68-3AB9C49554DE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4903" creationId="{81973197-9C84-8117-4D11-1D84B4E423DB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4945" creationId="{2068FCB9-1EB1-466A-26B3-64DA758ED0EC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183" creationId="{47DCC23B-39F9-3605-3717-28DE3574AECE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233" creationId="{C6C5FCE5-C4C6-6A89-A81A-8BC2D9584703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271" creationId="{19241207-AD97-2479-A84C-53AA21B5EF94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272" creationId="{94D979FE-270C-A601-F8EE-CC3F281B8C0F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324" creationId="{A14984D4-63A3-9E67-F554-3F2BD65E8496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344" creationId="{182F9BD2-3397-A93E-E6D7-22CDC16E287F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465" creationId="{3E9B27B5-21DF-0083-7A00-BDFD7D1BCC45}"/>
          </ac:spMkLst>
        </pc:spChg>
        <pc:spChg chg="mod">
          <ac:chgData name="문용권" userId="f4576892-5165-4ec3-8fee-308c2258f490" providerId="ADAL" clId="{48EE271F-132B-466C-AFE0-91C7CB419FB5}" dt="2025-11-23T16:37:12.899" v="22008"/>
          <ac:spMkLst>
            <pc:docMk/>
            <pc:sldMk cId="2158796197" sldId="764"/>
            <ac:spMk id="5590" creationId="{6E336E9A-41A3-DCAC-98B6-E1E98C3ADA55}"/>
          </ac:spMkLst>
        </pc:spChg>
        <pc:spChg chg="add mod">
          <ac:chgData name="문용권" userId="f4576892-5165-4ec3-8fee-308c2258f490" providerId="ADAL" clId="{48EE271F-132B-466C-AFE0-91C7CB419FB5}" dt="2025-11-23T16:37:26.716" v="22012"/>
          <ac:spMkLst>
            <pc:docMk/>
            <pc:sldMk cId="2158796197" sldId="764"/>
            <ac:spMk id="5733" creationId="{BFADF6D7-2BFF-B520-3A87-074B77453EEF}"/>
          </ac:spMkLst>
        </pc:spChg>
        <pc:grpChg chg="mod">
          <ac:chgData name="문용권" userId="f4576892-5165-4ec3-8fee-308c2258f490" providerId="ADAL" clId="{48EE271F-132B-466C-AFE0-91C7CB419FB5}" dt="2025-11-23T16:26:10.606" v="21753" actId="1076"/>
          <ac:grpSpMkLst>
            <pc:docMk/>
            <pc:sldMk cId="2158796197" sldId="764"/>
            <ac:grpSpMk id="2" creationId="{4657831A-A188-0A79-3BB5-8AABD9F82891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40" creationId="{52AD88A8-5C77-C090-C16F-F4D1FAEA2F57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43" creationId="{18A59DD4-AD9B-B258-D663-703991A4EDC1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46" creationId="{AAAF52E0-FC62-11C3-47DD-CA5F0CB4AF02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49" creationId="{4A87F50E-99EC-3F1C-00A6-CC0C06552909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58" creationId="{185423CC-419C-9939-E9CD-898ED1D30D17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61" creationId="{70D1C6E0-256F-D54E-9E0D-BFA6837F0E14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67" creationId="{4DB51D28-FAB2-62B4-E6F6-3374F3258D3F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73" creationId="{A3BCD36E-48DC-3183-FA06-254F607F11F5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76" creationId="{EE47576F-7D3C-A86E-A18E-6B6F4B8EB7FD}"/>
          </ac:grpSpMkLst>
        </pc:grpChg>
        <pc:grpChg chg="mod">
          <ac:chgData name="문용권" userId="f4576892-5165-4ec3-8fee-308c2258f490" providerId="ADAL" clId="{48EE271F-132B-466C-AFE0-91C7CB419FB5}" dt="2025-11-23T16:25:17.769" v="21734" actId="164"/>
          <ac:grpSpMkLst>
            <pc:docMk/>
            <pc:sldMk cId="2158796197" sldId="764"/>
            <ac:grpSpMk id="82" creationId="{F6182DF0-F1A4-FB1B-6F18-1C66BD91E569}"/>
          </ac:grpSpMkLst>
        </pc:grpChg>
        <pc:grpChg chg="mod">
          <ac:chgData name="문용권" userId="f4576892-5165-4ec3-8fee-308c2258f490" providerId="ADAL" clId="{48EE271F-132B-466C-AFE0-91C7CB419FB5}" dt="2025-11-23T16:25:28.258" v="21737" actId="1076"/>
          <ac:grpSpMkLst>
            <pc:docMk/>
            <pc:sldMk cId="2158796197" sldId="764"/>
            <ac:grpSpMk id="85" creationId="{EFDA4BE1-5012-7820-12DC-4BFEDD2689A0}"/>
          </ac:grpSpMkLst>
        </pc:grpChg>
        <pc:grpChg chg="mod">
          <ac:chgData name="문용권" userId="f4576892-5165-4ec3-8fee-308c2258f490" providerId="ADAL" clId="{48EE271F-132B-466C-AFE0-91C7CB419FB5}" dt="2025-11-23T16:25:43.405" v="21741" actId="1076"/>
          <ac:grpSpMkLst>
            <pc:docMk/>
            <pc:sldMk cId="2158796197" sldId="764"/>
            <ac:grpSpMk id="86" creationId="{3115E458-2AA5-7066-FFFE-8FC395619408}"/>
          </ac:grpSpMkLst>
        </pc:grpChg>
        <pc:grpChg chg="mod">
          <ac:chgData name="문용권" userId="f4576892-5165-4ec3-8fee-308c2258f490" providerId="ADAL" clId="{48EE271F-132B-466C-AFE0-91C7CB419FB5}" dt="2025-11-23T16:27:02.489" v="21777" actId="1076"/>
          <ac:grpSpMkLst>
            <pc:docMk/>
            <pc:sldMk cId="2158796197" sldId="764"/>
            <ac:grpSpMk id="123" creationId="{58363203-1ABB-FCFC-FDB3-535A1453254D}"/>
          </ac:grpSpMkLst>
        </pc:grpChg>
        <pc:grpChg chg="mod">
          <ac:chgData name="문용권" userId="f4576892-5165-4ec3-8fee-308c2258f490" providerId="ADAL" clId="{48EE271F-132B-466C-AFE0-91C7CB419FB5}" dt="2025-11-23T16:25:49.093" v="21744" actId="1076"/>
          <ac:grpSpMkLst>
            <pc:docMk/>
            <pc:sldMk cId="2158796197" sldId="764"/>
            <ac:grpSpMk id="169" creationId="{1A716D68-C82C-9494-F777-7298261FE85D}"/>
          </ac:grpSpMkLst>
        </pc:grpChg>
        <pc:grpChg chg="mod">
          <ac:chgData name="문용권" userId="f4576892-5165-4ec3-8fee-308c2258f490" providerId="ADAL" clId="{48EE271F-132B-466C-AFE0-91C7CB419FB5}" dt="2025-11-23T16:25:52.646" v="21746" actId="1076"/>
          <ac:grpSpMkLst>
            <pc:docMk/>
            <pc:sldMk cId="2158796197" sldId="764"/>
            <ac:grpSpMk id="206" creationId="{A3E3CF35-04BD-6BC8-B688-273E5FEACE79}"/>
          </ac:grpSpMkLst>
        </pc:grpChg>
        <pc:grpChg chg="mod">
          <ac:chgData name="문용권" userId="f4576892-5165-4ec3-8fee-308c2258f490" providerId="ADAL" clId="{48EE271F-132B-466C-AFE0-91C7CB419FB5}" dt="2025-11-23T16:26:36.441" v="21767" actId="1076"/>
          <ac:grpSpMkLst>
            <pc:docMk/>
            <pc:sldMk cId="2158796197" sldId="764"/>
            <ac:grpSpMk id="252" creationId="{7CCF9D7C-5E4A-16ED-3992-E9924307AAE4}"/>
          </ac:grpSpMkLst>
        </pc:grpChg>
        <pc:grpChg chg="mod">
          <ac:chgData name="문용권" userId="f4576892-5165-4ec3-8fee-308c2258f490" providerId="ADAL" clId="{48EE271F-132B-466C-AFE0-91C7CB419FB5}" dt="2025-11-23T16:25:47.355" v="21743" actId="1076"/>
          <ac:grpSpMkLst>
            <pc:docMk/>
            <pc:sldMk cId="2158796197" sldId="764"/>
            <ac:grpSpMk id="289" creationId="{7E76DCBC-A5C3-EBAC-B515-E557DAC3C45F}"/>
          </ac:grpSpMkLst>
        </pc:grpChg>
        <pc:grpChg chg="mod">
          <ac:chgData name="문용권" userId="f4576892-5165-4ec3-8fee-308c2258f490" providerId="ADAL" clId="{48EE271F-132B-466C-AFE0-91C7CB419FB5}" dt="2025-11-23T16:26:37.830" v="21768" actId="1076"/>
          <ac:grpSpMkLst>
            <pc:docMk/>
            <pc:sldMk cId="2158796197" sldId="764"/>
            <ac:grpSpMk id="335" creationId="{D8E0A99F-84D1-A382-55B1-342057721CF2}"/>
          </ac:grpSpMkLst>
        </pc:grpChg>
        <pc:grpChg chg="mod">
          <ac:chgData name="문용권" userId="f4576892-5165-4ec3-8fee-308c2258f490" providerId="ADAL" clId="{48EE271F-132B-466C-AFE0-91C7CB419FB5}" dt="2025-11-23T16:26:40.549" v="21770" actId="1076"/>
          <ac:grpSpMkLst>
            <pc:docMk/>
            <pc:sldMk cId="2158796197" sldId="764"/>
            <ac:grpSpMk id="372" creationId="{CB45C533-64D7-0E24-B50F-3072A4C21BDE}"/>
          </ac:grpSpMkLst>
        </pc:grpChg>
        <pc:grpChg chg="mod">
          <ac:chgData name="문용권" userId="f4576892-5165-4ec3-8fee-308c2258f490" providerId="ADAL" clId="{48EE271F-132B-466C-AFE0-91C7CB419FB5}" dt="2025-11-23T16:26:06.069" v="21751" actId="1076"/>
          <ac:grpSpMkLst>
            <pc:docMk/>
            <pc:sldMk cId="2158796197" sldId="764"/>
            <ac:grpSpMk id="418" creationId="{71150431-3372-4432-E74A-6C04D0D870D2}"/>
          </ac:grpSpMkLst>
        </pc:grpChg>
        <pc:grpChg chg="mod">
          <ac:chgData name="문용권" userId="f4576892-5165-4ec3-8fee-308c2258f490" providerId="ADAL" clId="{48EE271F-132B-466C-AFE0-91C7CB419FB5}" dt="2025-11-23T16:25:59.268" v="21749" actId="1076"/>
          <ac:grpSpMkLst>
            <pc:docMk/>
            <pc:sldMk cId="2158796197" sldId="764"/>
            <ac:grpSpMk id="455" creationId="{1D2A605D-B56D-7ED4-9BB8-D3BDCE445868}"/>
          </ac:grpSpMkLst>
        </pc:grpChg>
        <pc:grpChg chg="mod">
          <ac:chgData name="문용권" userId="f4576892-5165-4ec3-8fee-308c2258f490" providerId="ADAL" clId="{48EE271F-132B-466C-AFE0-91C7CB419FB5}" dt="2025-11-23T16:26:34.490" v="21766" actId="1076"/>
          <ac:grpSpMkLst>
            <pc:docMk/>
            <pc:sldMk cId="2158796197" sldId="764"/>
            <ac:grpSpMk id="501" creationId="{0DFA91C2-1E4B-EE7D-7743-058E5A55A9AE}"/>
          </ac:grpSpMkLst>
        </pc:grpChg>
        <pc:grpChg chg="mod">
          <ac:chgData name="문용권" userId="f4576892-5165-4ec3-8fee-308c2258f490" providerId="ADAL" clId="{48EE271F-132B-466C-AFE0-91C7CB419FB5}" dt="2025-11-23T16:26:17.289" v="21757" actId="1076"/>
          <ac:grpSpMkLst>
            <pc:docMk/>
            <pc:sldMk cId="2158796197" sldId="764"/>
            <ac:grpSpMk id="538" creationId="{7C2EA7B6-4EBD-179E-8FBC-3F163A19512E}"/>
          </ac:grpSpMkLst>
        </pc:grpChg>
        <pc:grpChg chg="mod">
          <ac:chgData name="문용권" userId="f4576892-5165-4ec3-8fee-308c2258f490" providerId="ADAL" clId="{48EE271F-132B-466C-AFE0-91C7CB419FB5}" dt="2025-11-23T16:26:16.077" v="21756" actId="1076"/>
          <ac:grpSpMkLst>
            <pc:docMk/>
            <pc:sldMk cId="2158796197" sldId="764"/>
            <ac:grpSpMk id="575" creationId="{C4838703-F387-51B0-D819-E0788FA0AEE6}"/>
          </ac:grpSpMkLst>
        </pc:grpChg>
        <pc:grpChg chg="mod">
          <ac:chgData name="문용권" userId="f4576892-5165-4ec3-8fee-308c2258f490" providerId="ADAL" clId="{48EE271F-132B-466C-AFE0-91C7CB419FB5}" dt="2025-11-23T16:26:19.612" v="21759" actId="1076"/>
          <ac:grpSpMkLst>
            <pc:docMk/>
            <pc:sldMk cId="2158796197" sldId="764"/>
            <ac:grpSpMk id="621" creationId="{AD185B08-85FA-BA1B-7BFC-7184356FE02C}"/>
          </ac:grpSpMkLst>
        </pc:grpChg>
        <pc:grpChg chg="mod">
          <ac:chgData name="문용권" userId="f4576892-5165-4ec3-8fee-308c2258f490" providerId="ADAL" clId="{48EE271F-132B-466C-AFE0-91C7CB419FB5}" dt="2025-11-23T16:26:25.794" v="21762" actId="1076"/>
          <ac:grpSpMkLst>
            <pc:docMk/>
            <pc:sldMk cId="2158796197" sldId="764"/>
            <ac:grpSpMk id="695" creationId="{88D2D179-D821-2E39-4950-BEE6061133D2}"/>
          </ac:grpSpMkLst>
        </pc:grpChg>
        <pc:grpChg chg="mod">
          <ac:chgData name="문용권" userId="f4576892-5165-4ec3-8fee-308c2258f490" providerId="ADAL" clId="{48EE271F-132B-466C-AFE0-91C7CB419FB5}" dt="2025-11-23T16:26:29.551" v="21764" actId="1076"/>
          <ac:grpSpMkLst>
            <pc:docMk/>
            <pc:sldMk cId="2158796197" sldId="764"/>
            <ac:grpSpMk id="741" creationId="{EA39F49A-2709-F18E-8303-442081E1A93D}"/>
          </ac:grpSpMkLst>
        </pc:grpChg>
        <pc:grpChg chg="mod">
          <ac:chgData name="문용권" userId="f4576892-5165-4ec3-8fee-308c2258f490" providerId="ADAL" clId="{48EE271F-132B-466C-AFE0-91C7CB419FB5}" dt="2025-11-23T16:26:32.028" v="21765" actId="1076"/>
          <ac:grpSpMkLst>
            <pc:docMk/>
            <pc:sldMk cId="2158796197" sldId="764"/>
            <ac:grpSpMk id="778" creationId="{2675BA93-E534-E889-3560-2C7FD8B10DC9}"/>
          </ac:grpSpMkLst>
        </pc:grpChg>
        <pc:grpChg chg="mod">
          <ac:chgData name="문용권" userId="f4576892-5165-4ec3-8fee-308c2258f490" providerId="ADAL" clId="{48EE271F-132B-466C-AFE0-91C7CB419FB5}" dt="2025-11-23T16:26:42.660" v="21772" actId="1076"/>
          <ac:grpSpMkLst>
            <pc:docMk/>
            <pc:sldMk cId="2158796197" sldId="764"/>
            <ac:grpSpMk id="861" creationId="{B5EEA50D-550C-F23D-D954-A131292D24AB}"/>
          </ac:grpSpMkLst>
        </pc:grpChg>
        <pc:grpChg chg="mod">
          <ac:chgData name="문용권" userId="f4576892-5165-4ec3-8fee-308c2258f490" providerId="ADAL" clId="{48EE271F-132B-466C-AFE0-91C7CB419FB5}" dt="2025-11-23T16:26:45.597" v="21774" actId="1076"/>
          <ac:grpSpMkLst>
            <pc:docMk/>
            <pc:sldMk cId="2158796197" sldId="764"/>
            <ac:grpSpMk id="907" creationId="{9222559D-CF7C-5945-E326-0BF3A2F74308}"/>
          </ac:grpSpMkLst>
        </pc:grpChg>
        <pc:grpChg chg="mod">
          <ac:chgData name="문용권" userId="f4576892-5165-4ec3-8fee-308c2258f490" providerId="ADAL" clId="{48EE271F-132B-466C-AFE0-91C7CB419FB5}" dt="2025-11-23T16:26:52.142" v="21776" actId="1076"/>
          <ac:grpSpMkLst>
            <pc:docMk/>
            <pc:sldMk cId="2158796197" sldId="764"/>
            <ac:grpSpMk id="953" creationId="{F65E59B1-4E17-1D87-E3EC-0DC39539765C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991" creationId="{B24382C3-E5E4-FE77-E161-EF26AE8B1F80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028" creationId="{3C0DEED1-1B86-57FD-8738-632C10F3CC0F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111" creationId="{302836CF-6F64-0E89-99FA-4BF70AAC26ED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277" creationId="{2333CEA6-74E4-B75D-01DE-2D475A9DC211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323" creationId="{7AFDFB9C-46FA-5C09-A7C9-7698173F0A78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517" creationId="{C722AD95-1ED0-47D6-F26D-001606FBE63C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600" creationId="{B77E702D-A5BB-9AB3-D4E7-6F094382995C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720" creationId="{B5FE22AA-E43C-989E-F1D5-8AB101BC4C1D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812" creationId="{530AAB22-21DB-B772-8F4C-22ACC61C59D3}"/>
          </ac:grpSpMkLst>
        </pc:grpChg>
        <pc:grpChg chg="mod">
          <ac:chgData name="문용권" userId="f4576892-5165-4ec3-8fee-308c2258f490" providerId="ADAL" clId="{48EE271F-132B-466C-AFE0-91C7CB419FB5}" dt="2025-11-23T16:36:24.810" v="21996" actId="1076"/>
          <ac:grpSpMkLst>
            <pc:docMk/>
            <pc:sldMk cId="2158796197" sldId="764"/>
            <ac:grpSpMk id="1858" creationId="{CEF839E1-2A8A-6C1D-CB5D-ABE99ED87741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1978" creationId="{C0AD5039-E3B5-26D8-E5ED-AC94BD1C8118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144" creationId="{C544CE40-C9BE-4A40-5DC5-6A5977CE34E8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181" creationId="{D5E3809A-3DDD-C128-8355-6E2AE83F5ED9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301" creationId="{DC851003-1B26-D13B-8D5A-B0203221E77D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384" creationId="{187071CC-BB64-306D-B647-2B3A6A9BC218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467" creationId="{ED8DD29D-FD69-E168-1EF4-EAC39BD4CCE3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550" creationId="{EBF0BD2A-4EB3-6AF7-DC23-D7E62C6613AA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587" creationId="{43506554-CB3B-E929-90AD-79265B814800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716" creationId="{4DA72DC1-70F7-6C48-4836-04CE40DFF34A}"/>
          </ac:grpSpMkLst>
        </pc:grpChg>
        <pc:grpChg chg="mod">
          <ac:chgData name="문용권" userId="f4576892-5165-4ec3-8fee-308c2258f490" providerId="ADAL" clId="{48EE271F-132B-466C-AFE0-91C7CB419FB5}" dt="2025-11-23T16:36:35.115" v="21999" actId="1076"/>
          <ac:grpSpMkLst>
            <pc:docMk/>
            <pc:sldMk cId="2158796197" sldId="764"/>
            <ac:grpSpMk id="2762" creationId="{1D5225F6-7A38-1269-42AA-B8DDE731C738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2799" creationId="{1A3DA84B-535D-FDC8-84D0-CA39EA3B3E05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2965" creationId="{9ECB42AA-C28F-F6C0-DBCB-671322723DA4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048" creationId="{029B871D-9DD8-18AB-EF06-DCE81BB19D8A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159" creationId="{B526A73D-CE42-D280-DF01-59AE06F13377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196" creationId="{53C5201C-7B3E-6ED9-6916-DE7C63AFF12A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371" creationId="{2068B731-0E27-793E-E9C5-CA2EE20DDEAF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519" creationId="{22484C8B-9F1A-9E75-A5C6-668AF09256E5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565" creationId="{4CFFC0DD-5CE9-A897-9D9E-8716676A2B88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611" creationId="{DB2ACE89-928D-DA80-4BAA-564AA0636163}"/>
          </ac:grpSpMkLst>
        </pc:grpChg>
        <pc:grpChg chg="mod">
          <ac:chgData name="문용권" userId="f4576892-5165-4ec3-8fee-308c2258f490" providerId="ADAL" clId="{48EE271F-132B-466C-AFE0-91C7CB419FB5}" dt="2025-11-23T16:37:06.263" v="22005" actId="1076"/>
          <ac:grpSpMkLst>
            <pc:docMk/>
            <pc:sldMk cId="2158796197" sldId="764"/>
            <ac:grpSpMk id="3740" creationId="{BDD4623C-C195-A22D-0CA3-9E37BEED6D75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3860" creationId="{B6F4B6E4-F385-324B-83E6-ACD7F846FBC1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026" creationId="{BBFFB1A3-16FE-81E9-77D4-316A434AB6BE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137" creationId="{60BFFF84-494A-84AA-3D97-E069D1180DDA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174" creationId="{8FD10340-B923-AC9B-7969-BCFC94B99361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266" creationId="{75D7B8BC-3BDD-D391-6229-3057A3DCE8CD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349" creationId="{1D0D590C-074A-BC24-FD74-FEE67E41A736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423" creationId="{90F72D80-A686-BBE1-58E5-0D41C74A66C2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497" creationId="{F094B131-F7A5-CCDD-93BB-50831D750B64}"/>
          </ac:grpSpMkLst>
        </pc:grpChg>
        <pc:grpChg chg="mod">
          <ac:chgData name="문용권" userId="f4576892-5165-4ec3-8fee-308c2258f490" providerId="ADAL" clId="{48EE271F-132B-466C-AFE0-91C7CB419FB5}" dt="2025-11-23T16:37:11.811" v="22007" actId="1076"/>
          <ac:grpSpMkLst>
            <pc:docMk/>
            <pc:sldMk cId="2158796197" sldId="764"/>
            <ac:grpSpMk id="4681" creationId="{7337E2F2-4085-0C03-BA98-22046F775372}"/>
          </ac:grpSpMkLst>
        </pc:grpChg>
        <pc:grpChg chg="mod">
          <ac:chgData name="문용권" userId="f4576892-5165-4ec3-8fee-308c2258f490" providerId="ADAL" clId="{48EE271F-132B-466C-AFE0-91C7CB419FB5}" dt="2025-11-23T16:37:16.794" v="22010" actId="1076"/>
          <ac:grpSpMkLst>
            <pc:docMk/>
            <pc:sldMk cId="2158796197" sldId="764"/>
            <ac:grpSpMk id="4718" creationId="{648ADBCA-EDE4-5890-7593-90537F3D8784}"/>
          </ac:grpSpMkLst>
        </pc:grpChg>
      </pc:sldChg>
      <pc:sldChg chg="addSp delSp modSp add mod delAnim">
        <pc:chgData name="문용권" userId="f4576892-5165-4ec3-8fee-308c2258f490" providerId="ADAL" clId="{48EE271F-132B-466C-AFE0-91C7CB419FB5}" dt="2025-11-23T16:40:38.099" v="22331" actId="20577"/>
        <pc:sldMkLst>
          <pc:docMk/>
          <pc:sldMk cId="1424492245" sldId="765"/>
        </pc:sldMkLst>
        <pc:spChg chg="add mod">
          <ac:chgData name="문용권" userId="f4576892-5165-4ec3-8fee-308c2258f490" providerId="ADAL" clId="{48EE271F-132B-466C-AFE0-91C7CB419FB5}" dt="2025-11-23T16:40:38.099" v="22331" actId="20577"/>
          <ac:spMkLst>
            <pc:docMk/>
            <pc:sldMk cId="1424492245" sldId="765"/>
            <ac:spMk id="658" creationId="{E3A96978-9896-B021-AFA3-5D96C9D44F71}"/>
          </ac:spMkLst>
        </pc:spChg>
      </pc:sldChg>
      <pc:sldChg chg="modSp add mod">
        <pc:chgData name="문용권" userId="f4576892-5165-4ec3-8fee-308c2258f490" providerId="ADAL" clId="{48EE271F-132B-466C-AFE0-91C7CB419FB5}" dt="2025-11-23T16:41:44.337" v="22523" actId="1076"/>
        <pc:sldMkLst>
          <pc:docMk/>
          <pc:sldMk cId="2163876593" sldId="766"/>
        </pc:sldMkLst>
        <pc:spChg chg="mod">
          <ac:chgData name="문용권" userId="f4576892-5165-4ec3-8fee-308c2258f490" providerId="ADAL" clId="{48EE271F-132B-466C-AFE0-91C7CB419FB5}" dt="2025-11-23T16:41:44.337" v="22523" actId="1076"/>
          <ac:spMkLst>
            <pc:docMk/>
            <pc:sldMk cId="2163876593" sldId="766"/>
            <ac:spMk id="658" creationId="{CDA85859-50CC-6214-85E7-06C813556DB7}"/>
          </ac:spMkLst>
        </pc:spChg>
      </pc:sldChg>
      <pc:sldChg chg="addSp modSp add mod">
        <pc:chgData name="문용권" userId="f4576892-5165-4ec3-8fee-308c2258f490" providerId="ADAL" clId="{48EE271F-132B-466C-AFE0-91C7CB419FB5}" dt="2025-11-23T16:44:23.573" v="22596" actId="13926"/>
        <pc:sldMkLst>
          <pc:docMk/>
          <pc:sldMk cId="429728226" sldId="767"/>
        </pc:sldMkLst>
        <pc:spChg chg="add mod">
          <ac:chgData name="문용권" userId="f4576892-5165-4ec3-8fee-308c2258f490" providerId="ADAL" clId="{48EE271F-132B-466C-AFE0-91C7CB419FB5}" dt="2025-11-23T16:44:23.573" v="22596" actId="13926"/>
          <ac:spMkLst>
            <pc:docMk/>
            <pc:sldMk cId="429728226" sldId="767"/>
            <ac:spMk id="2" creationId="{4BC6BEF5-76AC-5BC0-C3EB-C966D58ED2EC}"/>
          </ac:spMkLst>
        </pc:spChg>
        <pc:spChg chg="mod">
          <ac:chgData name="문용권" userId="f4576892-5165-4ec3-8fee-308c2258f490" providerId="ADAL" clId="{48EE271F-132B-466C-AFE0-91C7CB419FB5}" dt="2025-11-23T16:41:53.331" v="22525" actId="1076"/>
          <ac:spMkLst>
            <pc:docMk/>
            <pc:sldMk cId="429728226" sldId="767"/>
            <ac:spMk id="658" creationId="{73FF2F8F-07B2-71B9-30A3-1A87E5F9B36F}"/>
          </ac:spMkLst>
        </pc:spChg>
      </pc:sldChg>
      <pc:sldChg chg="addSp delSp modSp add mod">
        <pc:chgData name="문용권" userId="f4576892-5165-4ec3-8fee-308c2258f490" providerId="ADAL" clId="{48EE271F-132B-466C-AFE0-91C7CB419FB5}" dt="2025-11-23T16:56:21.631" v="22772" actId="20577"/>
        <pc:sldMkLst>
          <pc:docMk/>
          <pc:sldMk cId="736445075" sldId="768"/>
        </pc:sldMkLst>
        <pc:spChg chg="mod">
          <ac:chgData name="문용권" userId="f4576892-5165-4ec3-8fee-308c2258f490" providerId="ADAL" clId="{48EE271F-132B-466C-AFE0-91C7CB419FB5}" dt="2025-11-23T16:55:12.582" v="22599" actId="1076"/>
          <ac:spMkLst>
            <pc:docMk/>
            <pc:sldMk cId="736445075" sldId="768"/>
            <ac:spMk id="2" creationId="{01B59B52-A508-C2EC-F4AC-3B4FF9321B29}"/>
          </ac:spMkLst>
        </pc:spChg>
        <pc:spChg chg="add mod">
          <ac:chgData name="문용권" userId="f4576892-5165-4ec3-8fee-308c2258f490" providerId="ADAL" clId="{48EE271F-132B-466C-AFE0-91C7CB419FB5}" dt="2025-11-23T16:56:21.631" v="22772" actId="20577"/>
          <ac:spMkLst>
            <pc:docMk/>
            <pc:sldMk cId="736445075" sldId="768"/>
            <ac:spMk id="3" creationId="{346243E5-EFCA-082B-A4AF-08497DCDB80F}"/>
          </ac:spMkLst>
        </pc:spChg>
      </pc:sldChg>
      <pc:sldChg chg="addSp delSp modSp add mod modAnim">
        <pc:chgData name="문용권" userId="f4576892-5165-4ec3-8fee-308c2258f490" providerId="ADAL" clId="{48EE271F-132B-466C-AFE0-91C7CB419FB5}" dt="2025-11-23T17:01:30.059" v="22813" actId="1076"/>
        <pc:sldMkLst>
          <pc:docMk/>
          <pc:sldMk cId="1778018137" sldId="769"/>
        </pc:sldMkLst>
        <pc:spChg chg="mod">
          <ac:chgData name="문용권" userId="f4576892-5165-4ec3-8fee-308c2258f490" providerId="ADAL" clId="{48EE271F-132B-466C-AFE0-91C7CB419FB5}" dt="2025-11-23T16:59:59.855" v="22797" actId="1076"/>
          <ac:spMkLst>
            <pc:docMk/>
            <pc:sldMk cId="1778018137" sldId="769"/>
            <ac:spMk id="2" creationId="{0431FE87-F39E-F21C-026C-727A3EF310ED}"/>
          </ac:spMkLst>
        </pc:spChg>
        <pc:spChg chg="add">
          <ac:chgData name="문용권" userId="f4576892-5165-4ec3-8fee-308c2258f490" providerId="ADAL" clId="{48EE271F-132B-466C-AFE0-91C7CB419FB5}" dt="2025-11-23T16:57:05.973" v="22774" actId="11529"/>
          <ac:spMkLst>
            <pc:docMk/>
            <pc:sldMk cId="1778018137" sldId="769"/>
            <ac:spMk id="4" creationId="{E3A6ED00-0EEC-14C6-2D35-B52C5D3865E3}"/>
          </ac:spMkLst>
        </pc:spChg>
        <pc:spChg chg="mod">
          <ac:chgData name="문용권" userId="f4576892-5165-4ec3-8fee-308c2258f490" providerId="ADAL" clId="{48EE271F-132B-466C-AFE0-91C7CB419FB5}" dt="2025-11-23T16:58:40.893" v="22786" actId="1076"/>
          <ac:spMkLst>
            <pc:docMk/>
            <pc:sldMk cId="1778018137" sldId="769"/>
            <ac:spMk id="27" creationId="{2D1F8C0A-352B-92E3-5055-E24441F9CDA2}"/>
          </ac:spMkLst>
        </pc:spChg>
        <pc:spChg chg="mod">
          <ac:chgData name="문용권" userId="f4576892-5165-4ec3-8fee-308c2258f490" providerId="ADAL" clId="{48EE271F-132B-466C-AFE0-91C7CB419FB5}" dt="2025-11-23T17:00:11.962" v="22799" actId="571"/>
          <ac:spMkLst>
            <pc:docMk/>
            <pc:sldMk cId="1778018137" sldId="769"/>
            <ac:spMk id="46" creationId="{23254FB3-75EA-CF10-4679-01F4C867FB34}"/>
          </ac:spMkLst>
        </pc:spChg>
        <pc:spChg chg="mod">
          <ac:chgData name="문용권" userId="f4576892-5165-4ec3-8fee-308c2258f490" providerId="ADAL" clId="{48EE271F-132B-466C-AFE0-91C7CB419FB5}" dt="2025-11-23T17:00:11.962" v="22799" actId="571"/>
          <ac:spMkLst>
            <pc:docMk/>
            <pc:sldMk cId="1778018137" sldId="769"/>
            <ac:spMk id="47" creationId="{3AC5D9F4-DF54-C241-6819-39FDD944CA01}"/>
          </ac:spMkLst>
        </pc:spChg>
        <pc:grpChg chg="mod">
          <ac:chgData name="문용권" userId="f4576892-5165-4ec3-8fee-308c2258f490" providerId="ADAL" clId="{48EE271F-132B-466C-AFE0-91C7CB419FB5}" dt="2025-11-23T17:00:08.500" v="22798" actId="1076"/>
          <ac:grpSpMkLst>
            <pc:docMk/>
            <pc:sldMk cId="1778018137" sldId="769"/>
            <ac:grpSpMk id="13" creationId="{50A2F47D-DD9F-46E8-6C3A-5D6C9E23DE9A}"/>
          </ac:grpSpMkLst>
        </pc:grpChg>
        <pc:grpChg chg="add mod">
          <ac:chgData name="문용권" userId="f4576892-5165-4ec3-8fee-308c2258f490" providerId="ADAL" clId="{48EE271F-132B-466C-AFE0-91C7CB419FB5}" dt="2025-11-23T17:00:17.865" v="22800" actId="1076"/>
          <ac:grpSpMkLst>
            <pc:docMk/>
            <pc:sldMk cId="1778018137" sldId="769"/>
            <ac:grpSpMk id="45" creationId="{5A10F8B9-127D-DF7B-17E8-6C8EEBC40586}"/>
          </ac:grpSpMkLst>
        </pc:grpChg>
        <pc:picChg chg="add mod">
          <ac:chgData name="문용권" userId="f4576892-5165-4ec3-8fee-308c2258f490" providerId="ADAL" clId="{48EE271F-132B-466C-AFE0-91C7CB419FB5}" dt="2025-11-23T17:00:08.500" v="22798" actId="1076"/>
          <ac:picMkLst>
            <pc:docMk/>
            <pc:sldMk cId="1778018137" sldId="769"/>
            <ac:picMk id="44" creationId="{B3ACFE54-01B9-61D6-C2A5-64E29BE5B9C8}"/>
          </ac:picMkLst>
        </pc:picChg>
        <pc:picChg chg="add mod">
          <ac:chgData name="문용권" userId="f4576892-5165-4ec3-8fee-308c2258f490" providerId="ADAL" clId="{48EE271F-132B-466C-AFE0-91C7CB419FB5}" dt="2025-11-23T17:01:01.887" v="22807" actId="1076"/>
          <ac:picMkLst>
            <pc:docMk/>
            <pc:sldMk cId="1778018137" sldId="769"/>
            <ac:picMk id="48" creationId="{4E261FB1-BE74-3A45-CEE4-F83C65C27F4E}"/>
          </ac:picMkLst>
        </pc:picChg>
        <pc:picChg chg="add mod">
          <ac:chgData name="문용권" userId="f4576892-5165-4ec3-8fee-308c2258f490" providerId="ADAL" clId="{48EE271F-132B-466C-AFE0-91C7CB419FB5}" dt="2025-11-23T17:01:30.059" v="22813" actId="1076"/>
          <ac:picMkLst>
            <pc:docMk/>
            <pc:sldMk cId="1778018137" sldId="769"/>
            <ac:picMk id="50" creationId="{7D3A3596-6BE6-F8CD-767D-2B269408F088}"/>
          </ac:picMkLst>
        </pc:picChg>
      </pc:sldChg>
      <pc:sldChg chg="delSp modSp add mod delAnim modAnim">
        <pc:chgData name="문용권" userId="f4576892-5165-4ec3-8fee-308c2258f490" providerId="ADAL" clId="{48EE271F-132B-466C-AFE0-91C7CB419FB5}" dt="2025-11-23T17:01:46.314" v="22817" actId="196"/>
        <pc:sldMkLst>
          <pc:docMk/>
          <pc:sldMk cId="2365563085" sldId="770"/>
        </pc:sldMkLst>
        <pc:picChg chg="mod">
          <ac:chgData name="문용권" userId="f4576892-5165-4ec3-8fee-308c2258f490" providerId="ADAL" clId="{48EE271F-132B-466C-AFE0-91C7CB419FB5}" dt="2025-11-23T17:01:46.314" v="22817" actId="196"/>
          <ac:picMkLst>
            <pc:docMk/>
            <pc:sldMk cId="2365563085" sldId="770"/>
            <ac:picMk id="48" creationId="{5FEB4F6C-168A-D774-6084-CE5277106B86}"/>
          </ac:picMkLst>
        </pc:picChg>
      </pc:sldChg>
      <pc:sldChg chg="addSp modSp add mod modAnim">
        <pc:chgData name="문용권" userId="f4576892-5165-4ec3-8fee-308c2258f490" providerId="ADAL" clId="{48EE271F-132B-466C-AFE0-91C7CB419FB5}" dt="2025-11-23T17:02:29.938" v="22823" actId="1076"/>
        <pc:sldMkLst>
          <pc:docMk/>
          <pc:sldMk cId="4173307816" sldId="771"/>
        </pc:sldMkLst>
        <pc:spChg chg="add mod">
          <ac:chgData name="문용권" userId="f4576892-5165-4ec3-8fee-308c2258f490" providerId="ADAL" clId="{48EE271F-132B-466C-AFE0-91C7CB419FB5}" dt="2025-11-23T17:02:22.367" v="22821" actId="1076"/>
          <ac:spMkLst>
            <pc:docMk/>
            <pc:sldMk cId="4173307816" sldId="771"/>
            <ac:spMk id="5" creationId="{EC835708-2543-1D3D-F14A-7197359040FE}"/>
          </ac:spMkLst>
        </pc:spChg>
        <pc:spChg chg="mod">
          <ac:chgData name="문용권" userId="f4576892-5165-4ec3-8fee-308c2258f490" providerId="ADAL" clId="{48EE271F-132B-466C-AFE0-91C7CB419FB5}" dt="2025-11-23T17:02:18.560" v="22820"/>
          <ac:spMkLst>
            <pc:docMk/>
            <pc:sldMk cId="4173307816" sldId="771"/>
            <ac:spMk id="7" creationId="{A97F2707-EBD0-334C-9370-1232AB966BD1}"/>
          </ac:spMkLst>
        </pc:spChg>
        <pc:spChg chg="mod">
          <ac:chgData name="문용권" userId="f4576892-5165-4ec3-8fee-308c2258f490" providerId="ADAL" clId="{48EE271F-132B-466C-AFE0-91C7CB419FB5}" dt="2025-11-23T17:02:18.560" v="22820"/>
          <ac:spMkLst>
            <pc:docMk/>
            <pc:sldMk cId="4173307816" sldId="771"/>
            <ac:spMk id="8" creationId="{28C3A55C-CD0D-01FB-0CA9-E8A89CC38C9A}"/>
          </ac:spMkLst>
        </pc:spChg>
        <pc:spChg chg="mod">
          <ac:chgData name="문용권" userId="f4576892-5165-4ec3-8fee-308c2258f490" providerId="ADAL" clId="{48EE271F-132B-466C-AFE0-91C7CB419FB5}" dt="2025-11-23T17:02:18.560" v="22820"/>
          <ac:spMkLst>
            <pc:docMk/>
            <pc:sldMk cId="4173307816" sldId="771"/>
            <ac:spMk id="11" creationId="{89D40CB1-F9B3-C466-3F45-10726CA68CE1}"/>
          </ac:spMkLst>
        </pc:spChg>
        <pc:spChg chg="mod">
          <ac:chgData name="문용권" userId="f4576892-5165-4ec3-8fee-308c2258f490" providerId="ADAL" clId="{48EE271F-132B-466C-AFE0-91C7CB419FB5}" dt="2025-11-23T17:02:18.560" v="22820"/>
          <ac:spMkLst>
            <pc:docMk/>
            <pc:sldMk cId="4173307816" sldId="771"/>
            <ac:spMk id="12" creationId="{8B0ABFA6-D1C4-0376-954A-E7CBFAF1346E}"/>
          </ac:spMkLst>
        </pc:spChg>
        <pc:grpChg chg="add mod">
          <ac:chgData name="문용권" userId="f4576892-5165-4ec3-8fee-308c2258f490" providerId="ADAL" clId="{48EE271F-132B-466C-AFE0-91C7CB419FB5}" dt="2025-11-23T17:02:26.646" v="22822" actId="1076"/>
          <ac:grpSpMkLst>
            <pc:docMk/>
            <pc:sldMk cId="4173307816" sldId="771"/>
            <ac:grpSpMk id="6" creationId="{8CB37524-F5C8-0631-643C-5BE000DFADDB}"/>
          </ac:grpSpMkLst>
        </pc:grpChg>
        <pc:grpChg chg="add mod">
          <ac:chgData name="문용권" userId="f4576892-5165-4ec3-8fee-308c2258f490" providerId="ADAL" clId="{48EE271F-132B-466C-AFE0-91C7CB419FB5}" dt="2025-11-23T17:02:29.938" v="22823" actId="1076"/>
          <ac:grpSpMkLst>
            <pc:docMk/>
            <pc:sldMk cId="4173307816" sldId="771"/>
            <ac:grpSpMk id="10" creationId="{CC44AEB1-C7FE-3957-A394-9350BF43970E}"/>
          </ac:grpSpMkLst>
        </pc:grpChg>
        <pc:picChg chg="add mod">
          <ac:chgData name="문용권" userId="f4576892-5165-4ec3-8fee-308c2258f490" providerId="ADAL" clId="{48EE271F-132B-466C-AFE0-91C7CB419FB5}" dt="2025-11-23T17:02:26.646" v="22822" actId="1076"/>
          <ac:picMkLst>
            <pc:docMk/>
            <pc:sldMk cId="4173307816" sldId="771"/>
            <ac:picMk id="9" creationId="{3A072BEB-1EED-CB64-199C-68E3FFF21FE5}"/>
          </ac:picMkLst>
        </pc:picChg>
        <pc:picChg chg="add mod">
          <ac:chgData name="문용권" userId="f4576892-5165-4ec3-8fee-308c2258f490" providerId="ADAL" clId="{48EE271F-132B-466C-AFE0-91C7CB419FB5}" dt="2025-11-23T17:02:29.938" v="22823" actId="1076"/>
          <ac:picMkLst>
            <pc:docMk/>
            <pc:sldMk cId="4173307816" sldId="771"/>
            <ac:picMk id="14" creationId="{B2E82D36-490D-ED41-0E80-18B5F37650BB}"/>
          </ac:picMkLst>
        </pc:picChg>
      </pc:sldChg>
      <pc:sldChg chg="addSp modSp add mod">
        <pc:chgData name="문용권" userId="f4576892-5165-4ec3-8fee-308c2258f490" providerId="ADAL" clId="{48EE271F-132B-466C-AFE0-91C7CB419FB5}" dt="2025-11-23T17:02:51.162" v="22827" actId="1076"/>
        <pc:sldMkLst>
          <pc:docMk/>
          <pc:sldMk cId="1110201091" sldId="772"/>
        </pc:sldMkLst>
        <pc:spChg chg="add mod">
          <ac:chgData name="문용권" userId="f4576892-5165-4ec3-8fee-308c2258f490" providerId="ADAL" clId="{48EE271F-132B-466C-AFE0-91C7CB419FB5}" dt="2025-11-23T17:02:45.110" v="22826" actId="1076"/>
          <ac:spMkLst>
            <pc:docMk/>
            <pc:sldMk cId="1110201091" sldId="772"/>
            <ac:spMk id="15" creationId="{41E72928-34D1-91CF-BF6C-48ACE6E6D54B}"/>
          </ac:spMkLst>
        </pc:spChg>
        <pc:spChg chg="mod">
          <ac:chgData name="문용권" userId="f4576892-5165-4ec3-8fee-308c2258f490" providerId="ADAL" clId="{48EE271F-132B-466C-AFE0-91C7CB419FB5}" dt="2025-11-23T17:02:38.531" v="22825"/>
          <ac:spMkLst>
            <pc:docMk/>
            <pc:sldMk cId="1110201091" sldId="772"/>
            <ac:spMk id="17" creationId="{2783488D-5EEA-A385-0622-4D8F83BE876B}"/>
          </ac:spMkLst>
        </pc:spChg>
        <pc:spChg chg="mod">
          <ac:chgData name="문용권" userId="f4576892-5165-4ec3-8fee-308c2258f490" providerId="ADAL" clId="{48EE271F-132B-466C-AFE0-91C7CB419FB5}" dt="2025-11-23T17:02:38.531" v="22825"/>
          <ac:spMkLst>
            <pc:docMk/>
            <pc:sldMk cId="1110201091" sldId="772"/>
            <ac:spMk id="18" creationId="{1E78D6AD-A7D4-77C0-EC7A-56D1ED33EAAD}"/>
          </ac:spMkLst>
        </pc:spChg>
        <pc:spChg chg="mod">
          <ac:chgData name="문용권" userId="f4576892-5165-4ec3-8fee-308c2258f490" providerId="ADAL" clId="{48EE271F-132B-466C-AFE0-91C7CB419FB5}" dt="2025-11-23T17:02:38.531" v="22825"/>
          <ac:spMkLst>
            <pc:docMk/>
            <pc:sldMk cId="1110201091" sldId="772"/>
            <ac:spMk id="21" creationId="{C84F0475-E244-6EE0-7E2A-8C9D5F84E3E0}"/>
          </ac:spMkLst>
        </pc:spChg>
        <pc:spChg chg="mod">
          <ac:chgData name="문용권" userId="f4576892-5165-4ec3-8fee-308c2258f490" providerId="ADAL" clId="{48EE271F-132B-466C-AFE0-91C7CB419FB5}" dt="2025-11-23T17:02:38.531" v="22825"/>
          <ac:spMkLst>
            <pc:docMk/>
            <pc:sldMk cId="1110201091" sldId="772"/>
            <ac:spMk id="22" creationId="{325A893E-925F-29CD-BBAC-B2CDA8DBB737}"/>
          </ac:spMkLst>
        </pc:spChg>
        <pc:grpChg chg="add mod">
          <ac:chgData name="문용권" userId="f4576892-5165-4ec3-8fee-308c2258f490" providerId="ADAL" clId="{48EE271F-132B-466C-AFE0-91C7CB419FB5}" dt="2025-11-23T17:02:45.110" v="22826" actId="1076"/>
          <ac:grpSpMkLst>
            <pc:docMk/>
            <pc:sldMk cId="1110201091" sldId="772"/>
            <ac:grpSpMk id="16" creationId="{5FE8639C-FB50-F928-ED99-0189B05558A7}"/>
          </ac:grpSpMkLst>
        </pc:grpChg>
        <pc:grpChg chg="add mod">
          <ac:chgData name="문용권" userId="f4576892-5165-4ec3-8fee-308c2258f490" providerId="ADAL" clId="{48EE271F-132B-466C-AFE0-91C7CB419FB5}" dt="2025-11-23T17:02:51.162" v="22827" actId="1076"/>
          <ac:grpSpMkLst>
            <pc:docMk/>
            <pc:sldMk cId="1110201091" sldId="772"/>
            <ac:grpSpMk id="20" creationId="{7FAA79AC-2B0F-467B-EA51-6843F93BEAF6}"/>
          </ac:grpSpMkLst>
        </pc:grpChg>
        <pc:picChg chg="add mod">
          <ac:chgData name="문용권" userId="f4576892-5165-4ec3-8fee-308c2258f490" providerId="ADAL" clId="{48EE271F-132B-466C-AFE0-91C7CB419FB5}" dt="2025-11-23T17:02:45.110" v="22826" actId="1076"/>
          <ac:picMkLst>
            <pc:docMk/>
            <pc:sldMk cId="1110201091" sldId="772"/>
            <ac:picMk id="19" creationId="{EC4883A0-07A9-378F-8822-0466F820F4F1}"/>
          </ac:picMkLst>
        </pc:picChg>
        <pc:picChg chg="add mod">
          <ac:chgData name="문용권" userId="f4576892-5165-4ec3-8fee-308c2258f490" providerId="ADAL" clId="{48EE271F-132B-466C-AFE0-91C7CB419FB5}" dt="2025-11-23T17:02:51.162" v="22827" actId="1076"/>
          <ac:picMkLst>
            <pc:docMk/>
            <pc:sldMk cId="1110201091" sldId="772"/>
            <ac:picMk id="23" creationId="{7386FEDD-4AD0-F45A-1628-DBA1873324FE}"/>
          </ac:picMkLst>
        </pc:picChg>
      </pc:sldChg>
      <pc:sldChg chg="addSp delSp modSp add mod addAnim delAnim modAnim">
        <pc:chgData name="문용권" userId="f4576892-5165-4ec3-8fee-308c2258f490" providerId="ADAL" clId="{48EE271F-132B-466C-AFE0-91C7CB419FB5}" dt="2025-11-23T17:10:35.780" v="23445"/>
        <pc:sldMkLst>
          <pc:docMk/>
          <pc:sldMk cId="1769959990" sldId="773"/>
        </pc:sldMkLst>
        <pc:spChg chg="add del mod">
          <ac:chgData name="문용권" userId="f4576892-5165-4ec3-8fee-308c2258f490" providerId="ADAL" clId="{48EE271F-132B-466C-AFE0-91C7CB419FB5}" dt="2025-11-23T17:07:48.222" v="23433" actId="1076"/>
          <ac:spMkLst>
            <pc:docMk/>
            <pc:sldMk cId="1769959990" sldId="773"/>
            <ac:spMk id="2" creationId="{1C6F3872-F2E4-309F-8910-EF84EEEEBA22}"/>
          </ac:spMkLst>
        </pc:spChg>
        <pc:spChg chg="add del mod ord">
          <ac:chgData name="문용권" userId="f4576892-5165-4ec3-8fee-308c2258f490" providerId="ADAL" clId="{48EE271F-132B-466C-AFE0-91C7CB419FB5}" dt="2025-11-23T17:09:48.198" v="23441" actId="167"/>
          <ac:spMkLst>
            <pc:docMk/>
            <pc:sldMk cId="1769959990" sldId="773"/>
            <ac:spMk id="3" creationId="{C9ABF6B6-1469-4DEE-1A74-C6188C476705}"/>
          </ac:spMkLst>
        </pc:spChg>
      </pc:sldChg>
      <pc:sldChg chg="addSp delSp modSp add mod">
        <pc:chgData name="문용권" userId="f4576892-5165-4ec3-8fee-308c2258f490" providerId="ADAL" clId="{48EE271F-132B-466C-AFE0-91C7CB419FB5}" dt="2025-11-23T19:24:11.963" v="26247" actId="164"/>
        <pc:sldMkLst>
          <pc:docMk/>
          <pc:sldMk cId="1046695679" sldId="774"/>
        </pc:sldMkLst>
        <pc:spChg chg="mod topLvl">
          <ac:chgData name="문용권" userId="f4576892-5165-4ec3-8fee-308c2258f490" providerId="ADAL" clId="{48EE271F-132B-466C-AFE0-91C7CB419FB5}" dt="2025-11-23T19:24:11.963" v="26247" actId="164"/>
          <ac:spMkLst>
            <pc:docMk/>
            <pc:sldMk cId="1046695679" sldId="774"/>
            <ac:spMk id="11" creationId="{381E7A35-43A5-7D6D-FF5C-57F5AB832CAD}"/>
          </ac:spMkLst>
        </pc:spChg>
        <pc:spChg chg="mod">
          <ac:chgData name="문용권" userId="f4576892-5165-4ec3-8fee-308c2258f490" providerId="ADAL" clId="{48EE271F-132B-466C-AFE0-91C7CB419FB5}" dt="2025-11-23T17:06:03.996" v="23417" actId="165"/>
          <ac:spMkLst>
            <pc:docMk/>
            <pc:sldMk cId="1046695679" sldId="774"/>
            <ac:spMk id="13" creationId="{16AD378A-2EAA-2291-DA0C-3340CEA6F179}"/>
          </ac:spMkLst>
        </pc:spChg>
        <pc:spChg chg="mod">
          <ac:chgData name="문용권" userId="f4576892-5165-4ec3-8fee-308c2258f490" providerId="ADAL" clId="{48EE271F-132B-466C-AFE0-91C7CB419FB5}" dt="2025-11-23T17:06:03.996" v="23417" actId="165"/>
          <ac:spMkLst>
            <pc:docMk/>
            <pc:sldMk cId="1046695679" sldId="774"/>
            <ac:spMk id="14" creationId="{F7CD8067-33B7-CDE9-1ECA-1474A9D3CE91}"/>
          </ac:spMkLst>
        </pc:spChg>
        <pc:grpChg chg="mod topLvl">
          <ac:chgData name="문용권" userId="f4576892-5165-4ec3-8fee-308c2258f490" providerId="ADAL" clId="{48EE271F-132B-466C-AFE0-91C7CB419FB5}" dt="2025-11-23T19:24:11.963" v="26247" actId="164"/>
          <ac:grpSpMkLst>
            <pc:docMk/>
            <pc:sldMk cId="1046695679" sldId="774"/>
            <ac:grpSpMk id="10" creationId="{D0A732D0-EF1A-37F0-999F-A348C27FD90E}"/>
          </ac:grpSpMkLst>
        </pc:grpChg>
        <pc:grpChg chg="add mod">
          <ac:chgData name="문용권" userId="f4576892-5165-4ec3-8fee-308c2258f490" providerId="ADAL" clId="{48EE271F-132B-466C-AFE0-91C7CB419FB5}" dt="2025-11-23T19:24:11.963" v="26247" actId="164"/>
          <ac:grpSpMkLst>
            <pc:docMk/>
            <pc:sldMk cId="1046695679" sldId="774"/>
            <ac:grpSpMk id="15" creationId="{E12B1F14-2D5C-7B87-D1B5-C825463F30C6}"/>
          </ac:grpSpMkLst>
        </pc:grpChg>
        <pc:picChg chg="mod">
          <ac:chgData name="문용권" userId="f4576892-5165-4ec3-8fee-308c2258f490" providerId="ADAL" clId="{48EE271F-132B-466C-AFE0-91C7CB419FB5}" dt="2025-11-23T17:05:45.195" v="23413" actId="1076"/>
          <ac:picMkLst>
            <pc:docMk/>
            <pc:sldMk cId="1046695679" sldId="774"/>
            <ac:picMk id="8" creationId="{A140CB66-192A-DB40-C2AC-CCD24F39C2BB}"/>
          </ac:picMkLst>
        </pc:picChg>
        <pc:picChg chg="mod topLvl">
          <ac:chgData name="문용권" userId="f4576892-5165-4ec3-8fee-308c2258f490" providerId="ADAL" clId="{48EE271F-132B-466C-AFE0-91C7CB419FB5}" dt="2025-11-23T19:24:11.963" v="26247" actId="164"/>
          <ac:picMkLst>
            <pc:docMk/>
            <pc:sldMk cId="1046695679" sldId="774"/>
            <ac:picMk id="12" creationId="{748DB504-23FA-4630-B982-1D584BCF8900}"/>
          </ac:picMkLst>
        </pc:picChg>
      </pc:sldChg>
      <pc:sldChg chg="addSp delSp modSp add mod ord delAnim modAnim">
        <pc:chgData name="문용권" userId="f4576892-5165-4ec3-8fee-308c2258f490" providerId="ADAL" clId="{48EE271F-132B-466C-AFE0-91C7CB419FB5}" dt="2025-11-23T17:12:56.926" v="23583"/>
        <pc:sldMkLst>
          <pc:docMk/>
          <pc:sldMk cId="1570856070" sldId="775"/>
        </pc:sldMkLst>
        <pc:spChg chg="add mod">
          <ac:chgData name="문용권" userId="f4576892-5165-4ec3-8fee-308c2258f490" providerId="ADAL" clId="{48EE271F-132B-466C-AFE0-91C7CB419FB5}" dt="2025-11-23T17:12:45.374" v="23581" actId="20577"/>
          <ac:spMkLst>
            <pc:docMk/>
            <pc:sldMk cId="1570856070" sldId="775"/>
            <ac:spMk id="24" creationId="{BE1E21C0-6457-679D-7A07-9B9631DFEE5F}"/>
          </ac:spMkLst>
        </pc:spChg>
      </pc:sldChg>
      <pc:sldChg chg="delSp modSp add del mod delAnim modAnim">
        <pc:chgData name="문용권" userId="f4576892-5165-4ec3-8fee-308c2258f490" providerId="ADAL" clId="{48EE271F-132B-466C-AFE0-91C7CB419FB5}" dt="2025-11-23T17:14:06.593" v="23663"/>
        <pc:sldMkLst>
          <pc:docMk/>
          <pc:sldMk cId="3215625678" sldId="776"/>
        </pc:sldMkLst>
        <pc:spChg chg="mod">
          <ac:chgData name="문용권" userId="f4576892-5165-4ec3-8fee-308c2258f490" providerId="ADAL" clId="{48EE271F-132B-466C-AFE0-91C7CB419FB5}" dt="2025-11-23T17:13:31.662" v="23662" actId="20577"/>
          <ac:spMkLst>
            <pc:docMk/>
            <pc:sldMk cId="3215625678" sldId="776"/>
            <ac:spMk id="24" creationId="{61610B40-9B80-DDE3-8C65-8A150B728129}"/>
          </ac:spMkLst>
        </pc:spChg>
      </pc:sldChg>
      <pc:sldChg chg="delSp modSp add mod modTransition setBg">
        <pc:chgData name="문용권" userId="f4576892-5165-4ec3-8fee-308c2258f490" providerId="ADAL" clId="{48EE271F-132B-466C-AFE0-91C7CB419FB5}" dt="2025-11-23T17:17:22.048" v="23765"/>
        <pc:sldMkLst>
          <pc:docMk/>
          <pc:sldMk cId="929064439" sldId="777"/>
        </pc:sldMkLst>
      </pc:sldChg>
      <pc:sldChg chg="modSp add mod ord">
        <pc:chgData name="문용권" userId="f4576892-5165-4ec3-8fee-308c2258f490" providerId="ADAL" clId="{48EE271F-132B-466C-AFE0-91C7CB419FB5}" dt="2025-11-23T17:17:40.496" v="23767"/>
        <pc:sldMkLst>
          <pc:docMk/>
          <pc:sldMk cId="167756832" sldId="778"/>
        </pc:sldMkLst>
        <pc:spChg chg="mod">
          <ac:chgData name="문용권" userId="f4576892-5165-4ec3-8fee-308c2258f490" providerId="ADAL" clId="{48EE271F-132B-466C-AFE0-91C7CB419FB5}" dt="2025-11-23T17:15:56.841" v="23757" actId="1076"/>
          <ac:spMkLst>
            <pc:docMk/>
            <pc:sldMk cId="167756832" sldId="778"/>
            <ac:spMk id="24" creationId="{7480165E-2DC6-EF72-9A17-2A04E8C06A5E}"/>
          </ac:spMkLst>
        </pc:spChg>
      </pc:sldChg>
      <pc:sldChg chg="addSp delSp add mod addAnim delAnim modAnim">
        <pc:chgData name="문용권" userId="f4576892-5165-4ec3-8fee-308c2258f490" providerId="ADAL" clId="{48EE271F-132B-466C-AFE0-91C7CB419FB5}" dt="2025-11-23T17:19:01.131" v="23780"/>
        <pc:sldMkLst>
          <pc:docMk/>
          <pc:sldMk cId="1276586636" sldId="779"/>
        </pc:sldMkLst>
        <pc:spChg chg="add del">
          <ac:chgData name="문용권" userId="f4576892-5165-4ec3-8fee-308c2258f490" providerId="ADAL" clId="{48EE271F-132B-466C-AFE0-91C7CB419FB5}" dt="2025-11-23T17:18:38.229" v="23770" actId="478"/>
          <ac:spMkLst>
            <pc:docMk/>
            <pc:sldMk cId="1276586636" sldId="779"/>
            <ac:spMk id="2" creationId="{55DA46CB-1706-B86F-F132-04914EC18989}"/>
          </ac:spMkLst>
        </pc:spChg>
        <pc:spChg chg="add del">
          <ac:chgData name="문용권" userId="f4576892-5165-4ec3-8fee-308c2258f490" providerId="ADAL" clId="{48EE271F-132B-466C-AFE0-91C7CB419FB5}" dt="2025-11-23T17:18:38.229" v="23770" actId="478"/>
          <ac:spMkLst>
            <pc:docMk/>
            <pc:sldMk cId="1276586636" sldId="779"/>
            <ac:spMk id="5" creationId="{480F10B4-9A17-9166-9350-1B796C449D1C}"/>
          </ac:spMkLst>
        </pc:spChg>
        <pc:spChg chg="add del">
          <ac:chgData name="문용권" userId="f4576892-5165-4ec3-8fee-308c2258f490" providerId="ADAL" clId="{48EE271F-132B-466C-AFE0-91C7CB419FB5}" dt="2025-11-23T17:18:38.229" v="23770" actId="478"/>
          <ac:spMkLst>
            <pc:docMk/>
            <pc:sldMk cId="1276586636" sldId="779"/>
            <ac:spMk id="9" creationId="{4F167C48-166C-B6BF-1774-B2FB9D12548E}"/>
          </ac:spMkLst>
        </pc:spChg>
        <pc:picChg chg="add del">
          <ac:chgData name="문용권" userId="f4576892-5165-4ec3-8fee-308c2258f490" providerId="ADAL" clId="{48EE271F-132B-466C-AFE0-91C7CB419FB5}" dt="2025-11-23T17:18:38.229" v="23770" actId="478"/>
          <ac:picMkLst>
            <pc:docMk/>
            <pc:sldMk cId="1276586636" sldId="779"/>
            <ac:picMk id="3" creationId="{9CA7A470-308A-FAC4-F70C-7108894B9701}"/>
          </ac:picMkLst>
        </pc:picChg>
      </pc:sldChg>
      <pc:sldChg chg="addSp delSp modSp add mod delAnim modAnim">
        <pc:chgData name="문용권" userId="f4576892-5165-4ec3-8fee-308c2258f490" providerId="ADAL" clId="{48EE271F-132B-466C-AFE0-91C7CB419FB5}" dt="2025-11-23T17:18:58.340" v="23777"/>
        <pc:sldMkLst>
          <pc:docMk/>
          <pc:sldMk cId="3627040670" sldId="780"/>
        </pc:sldMkLst>
        <pc:picChg chg="add mod">
          <ac:chgData name="문용권" userId="f4576892-5165-4ec3-8fee-308c2258f490" providerId="ADAL" clId="{48EE271F-132B-466C-AFE0-91C7CB419FB5}" dt="2025-11-23T17:18:51.528" v="23775" actId="1076"/>
          <ac:picMkLst>
            <pc:docMk/>
            <pc:sldMk cId="3627040670" sldId="780"/>
            <ac:picMk id="14" creationId="{250EBDCC-AA09-5FAD-1658-0471D1248EB0}"/>
          </ac:picMkLst>
        </pc:picChg>
      </pc:sldChg>
      <pc:sldChg chg="modSp add mod ord">
        <pc:chgData name="문용권" userId="f4576892-5165-4ec3-8fee-308c2258f490" providerId="ADAL" clId="{48EE271F-132B-466C-AFE0-91C7CB419FB5}" dt="2025-11-23T17:23:16.018" v="23888"/>
        <pc:sldMkLst>
          <pc:docMk/>
          <pc:sldMk cId="3317511979" sldId="781"/>
        </pc:sldMkLst>
        <pc:spChg chg="mod">
          <ac:chgData name="문용권" userId="f4576892-5165-4ec3-8fee-308c2258f490" providerId="ADAL" clId="{48EE271F-132B-466C-AFE0-91C7CB419FB5}" dt="2025-11-23T17:20:07.474" v="23886" actId="1076"/>
          <ac:spMkLst>
            <pc:docMk/>
            <pc:sldMk cId="3317511979" sldId="781"/>
            <ac:spMk id="8" creationId="{C1816894-52CC-EF59-6A51-F179040C62F1}"/>
          </ac:spMkLst>
        </pc:spChg>
      </pc:sldChg>
      <pc:sldChg chg="addSp modSp add mod">
        <pc:chgData name="문용권" userId="f4576892-5165-4ec3-8fee-308c2258f490" providerId="ADAL" clId="{48EE271F-132B-466C-AFE0-91C7CB419FB5}" dt="2025-11-23T17:27:40.779" v="24293" actId="1076"/>
        <pc:sldMkLst>
          <pc:docMk/>
          <pc:sldMk cId="595845105" sldId="782"/>
        </pc:sldMkLst>
        <pc:spChg chg="mod">
          <ac:chgData name="문용권" userId="f4576892-5165-4ec3-8fee-308c2258f490" providerId="ADAL" clId="{48EE271F-132B-466C-AFE0-91C7CB419FB5}" dt="2025-11-23T17:27:40.779" v="24293" actId="1076"/>
          <ac:spMkLst>
            <pc:docMk/>
            <pc:sldMk cId="595845105" sldId="782"/>
            <ac:spMk id="8" creationId="{42EE3383-E8E8-1D10-005F-7D6EB781A8EA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47" creationId="{A3D76969-E036-BBAC-934B-11F625BC6924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48" creationId="{458A5441-CD06-7D3D-2B2D-A3E216C45852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50" creationId="{EF0E8F07-FAB3-1195-047D-62BF1BB7F8D5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51" creationId="{3E71C99D-2ECB-9774-06DB-7FA23A6B2417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53" creationId="{1EF7A434-2287-B199-8461-053ACEADCD5E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56" creationId="{0C3087A7-7FAE-AFC6-FE35-4A8CA12BB7E8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57" creationId="{0448FCAC-BD01-1BCC-787C-C86D0B3FA16C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60" creationId="{918C1C49-AC36-CDD1-4B99-B97C1E80220C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66" creationId="{249CCEAB-DEA0-1796-5D54-8F228B54E520}"/>
          </ac:spMkLst>
        </pc:spChg>
        <pc:spChg chg="mod">
          <ac:chgData name="문용권" userId="f4576892-5165-4ec3-8fee-308c2258f490" providerId="ADAL" clId="{48EE271F-132B-466C-AFE0-91C7CB419FB5}" dt="2025-11-23T17:26:04.011" v="24008"/>
          <ac:spMkLst>
            <pc:docMk/>
            <pc:sldMk cId="595845105" sldId="782"/>
            <ac:spMk id="68" creationId="{16C7F06F-A504-5448-EE0E-40A6B0D72FFD}"/>
          </ac:spMkLst>
        </pc:spChg>
        <pc:grpChg chg="mod">
          <ac:chgData name="문용권" userId="f4576892-5165-4ec3-8fee-308c2258f490" providerId="ADAL" clId="{48EE271F-132B-466C-AFE0-91C7CB419FB5}" dt="2025-11-23T17:26:23.167" v="24013" actId="1076"/>
          <ac:grpSpMkLst>
            <pc:docMk/>
            <pc:sldMk cId="595845105" sldId="782"/>
            <ac:grpSpMk id="2" creationId="{DC9F0ABA-60DF-7141-75E8-ED9EE9F03A19}"/>
          </ac:grpSpMkLst>
        </pc:grpChg>
        <pc:grpChg chg="mod">
          <ac:chgData name="문용권" userId="f4576892-5165-4ec3-8fee-308c2258f490" providerId="ADAL" clId="{48EE271F-132B-466C-AFE0-91C7CB419FB5}" dt="2025-11-23T17:26:20.801" v="24012" actId="1076"/>
          <ac:grpSpMkLst>
            <pc:docMk/>
            <pc:sldMk cId="595845105" sldId="782"/>
            <ac:grpSpMk id="19" creationId="{B6860B0E-9C3F-A75F-E2B0-DBB593D264DE}"/>
          </ac:grpSpMkLst>
        </pc:grpChg>
        <pc:picChg chg="add mod">
          <ac:chgData name="문용권" userId="f4576892-5165-4ec3-8fee-308c2258f490" providerId="ADAL" clId="{48EE271F-132B-466C-AFE0-91C7CB419FB5}" dt="2025-11-23T17:26:27.307" v="24014"/>
          <ac:picMkLst>
            <pc:docMk/>
            <pc:sldMk cId="595845105" sldId="782"/>
            <ac:picMk id="69" creationId="{2ADC91BD-7603-ADA3-D030-E11A8244234A}"/>
          </ac:picMkLst>
        </pc:picChg>
      </pc:sldChg>
      <pc:sldChg chg="addSp delSp modSp add mod">
        <pc:chgData name="문용권" userId="f4576892-5165-4ec3-8fee-308c2258f490" providerId="ADAL" clId="{48EE271F-132B-466C-AFE0-91C7CB419FB5}" dt="2025-11-23T17:37:00.092" v="24931" actId="20577"/>
        <pc:sldMkLst>
          <pc:docMk/>
          <pc:sldMk cId="772705385" sldId="783"/>
        </pc:sldMkLst>
        <pc:spChg chg="mod">
          <ac:chgData name="문용권" userId="f4576892-5165-4ec3-8fee-308c2258f490" providerId="ADAL" clId="{48EE271F-132B-466C-AFE0-91C7CB419FB5}" dt="2025-11-23T17:31:05.842" v="24661" actId="14100"/>
          <ac:spMkLst>
            <pc:docMk/>
            <pc:sldMk cId="772705385" sldId="783"/>
            <ac:spMk id="3" creationId="{B9396A33-AE77-3A65-91DA-B9B2DD7B41E7}"/>
          </ac:spMkLst>
        </pc:spChg>
        <pc:spChg chg="mod">
          <ac:chgData name="문용권" userId="f4576892-5165-4ec3-8fee-308c2258f490" providerId="ADAL" clId="{48EE271F-132B-466C-AFE0-91C7CB419FB5}" dt="2025-11-23T17:30:28.723" v="24643" actId="13926"/>
          <ac:spMkLst>
            <pc:docMk/>
            <pc:sldMk cId="772705385" sldId="783"/>
            <ac:spMk id="8" creationId="{673FE0C7-6C8F-8BF0-361E-BD7E19F2EDDB}"/>
          </ac:spMkLst>
        </pc:spChg>
        <pc:spChg chg="add mod ord">
          <ac:chgData name="문용권" userId="f4576892-5165-4ec3-8fee-308c2258f490" providerId="ADAL" clId="{48EE271F-132B-466C-AFE0-91C7CB419FB5}" dt="2025-11-23T17:31:43.520" v="24679" actId="171"/>
          <ac:spMkLst>
            <pc:docMk/>
            <pc:sldMk cId="772705385" sldId="783"/>
            <ac:spMk id="70" creationId="{E61B95B8-AECE-D3D8-B292-F5A8C2E9897F}"/>
          </ac:spMkLst>
        </pc:spChg>
        <pc:spChg chg="add mod">
          <ac:chgData name="문용권" userId="f4576892-5165-4ec3-8fee-308c2258f490" providerId="ADAL" clId="{48EE271F-132B-466C-AFE0-91C7CB419FB5}" dt="2025-11-23T17:31:53.420" v="24680" actId="13926"/>
          <ac:spMkLst>
            <pc:docMk/>
            <pc:sldMk cId="772705385" sldId="783"/>
            <ac:spMk id="71" creationId="{F3CB8B1A-C451-CA90-7A54-A055E4364F37}"/>
          </ac:spMkLst>
        </pc:spChg>
        <pc:spChg chg="add mod">
          <ac:chgData name="문용권" userId="f4576892-5165-4ec3-8fee-308c2258f490" providerId="ADAL" clId="{48EE271F-132B-466C-AFE0-91C7CB419FB5}" dt="2025-11-23T17:34:52.096" v="24756" actId="404"/>
          <ac:spMkLst>
            <pc:docMk/>
            <pc:sldMk cId="772705385" sldId="783"/>
            <ac:spMk id="82" creationId="{8C1C0F6A-29C0-28D6-CEF6-4A352FD8D128}"/>
          </ac:spMkLst>
        </pc:spChg>
        <pc:spChg chg="add mod ord">
          <ac:chgData name="문용권" userId="f4576892-5165-4ec3-8fee-308c2258f490" providerId="ADAL" clId="{48EE271F-132B-466C-AFE0-91C7CB419FB5}" dt="2025-11-23T17:35:31.362" v="24835" actId="1076"/>
          <ac:spMkLst>
            <pc:docMk/>
            <pc:sldMk cId="772705385" sldId="783"/>
            <ac:spMk id="83" creationId="{77D11987-F8BE-3BF6-E498-4BCF2620A0A3}"/>
          </ac:spMkLst>
        </pc:spChg>
        <pc:spChg chg="add mod ord">
          <ac:chgData name="문용권" userId="f4576892-5165-4ec3-8fee-308c2258f490" providerId="ADAL" clId="{48EE271F-132B-466C-AFE0-91C7CB419FB5}" dt="2025-11-23T17:35:56.412" v="24854" actId="1076"/>
          <ac:spMkLst>
            <pc:docMk/>
            <pc:sldMk cId="772705385" sldId="783"/>
            <ac:spMk id="85" creationId="{719A5B0A-E39F-30A5-62C3-1F2ACB82F2CE}"/>
          </ac:spMkLst>
        </pc:spChg>
        <pc:spChg chg="add mod ord">
          <ac:chgData name="문용권" userId="f4576892-5165-4ec3-8fee-308c2258f490" providerId="ADAL" clId="{48EE271F-132B-466C-AFE0-91C7CB419FB5}" dt="2025-11-23T17:36:15.654" v="24880" actId="14100"/>
          <ac:spMkLst>
            <pc:docMk/>
            <pc:sldMk cId="772705385" sldId="783"/>
            <ac:spMk id="86" creationId="{AA12A367-2362-3E70-E94E-F6821AF44408}"/>
          </ac:spMkLst>
        </pc:spChg>
        <pc:spChg chg="add mod">
          <ac:chgData name="문용권" userId="f4576892-5165-4ec3-8fee-308c2258f490" providerId="ADAL" clId="{48EE271F-132B-466C-AFE0-91C7CB419FB5}" dt="2025-11-23T17:36:24.509" v="24899" actId="20577"/>
          <ac:spMkLst>
            <pc:docMk/>
            <pc:sldMk cId="772705385" sldId="783"/>
            <ac:spMk id="87" creationId="{2E169D3E-A18D-FBC0-A132-C0CF965E2C0C}"/>
          </ac:spMkLst>
        </pc:spChg>
        <pc:spChg chg="add mod">
          <ac:chgData name="문용권" userId="f4576892-5165-4ec3-8fee-308c2258f490" providerId="ADAL" clId="{48EE271F-132B-466C-AFE0-91C7CB419FB5}" dt="2025-11-23T17:35:34.802" v="24836" actId="1076"/>
          <ac:spMkLst>
            <pc:docMk/>
            <pc:sldMk cId="772705385" sldId="783"/>
            <ac:spMk id="88" creationId="{3559BC7B-771F-0603-9E46-A4B7E4DD5BFA}"/>
          </ac:spMkLst>
        </pc:spChg>
        <pc:spChg chg="add mod">
          <ac:chgData name="문용권" userId="f4576892-5165-4ec3-8fee-308c2258f490" providerId="ADAL" clId="{48EE271F-132B-466C-AFE0-91C7CB419FB5}" dt="2025-11-23T17:36:10.046" v="24879" actId="20577"/>
          <ac:spMkLst>
            <pc:docMk/>
            <pc:sldMk cId="772705385" sldId="783"/>
            <ac:spMk id="89" creationId="{086D1CCB-7965-57F7-CE9B-45B496D27E6B}"/>
          </ac:spMkLst>
        </pc:spChg>
        <pc:spChg chg="add mod ord">
          <ac:chgData name="문용권" userId="f4576892-5165-4ec3-8fee-308c2258f490" providerId="ADAL" clId="{48EE271F-132B-466C-AFE0-91C7CB419FB5}" dt="2025-11-23T17:36:45.332" v="24904" actId="167"/>
          <ac:spMkLst>
            <pc:docMk/>
            <pc:sldMk cId="772705385" sldId="783"/>
            <ac:spMk id="90" creationId="{B4263CFD-D25C-3E4D-3DF9-727764FFB639}"/>
          </ac:spMkLst>
        </pc:spChg>
        <pc:spChg chg="add mod">
          <ac:chgData name="문용권" userId="f4576892-5165-4ec3-8fee-308c2258f490" providerId="ADAL" clId="{48EE271F-132B-466C-AFE0-91C7CB419FB5}" dt="2025-11-23T17:37:00.092" v="24931" actId="20577"/>
          <ac:spMkLst>
            <pc:docMk/>
            <pc:sldMk cId="772705385" sldId="783"/>
            <ac:spMk id="91" creationId="{C3BCE92B-3B16-EBC4-F997-7506D99D954F}"/>
          </ac:spMkLst>
        </pc:spChg>
        <pc:picChg chg="mod">
          <ac:chgData name="문용권" userId="f4576892-5165-4ec3-8fee-308c2258f490" providerId="ADAL" clId="{48EE271F-132B-466C-AFE0-91C7CB419FB5}" dt="2025-11-23T17:36:50.260" v="24905" actId="167"/>
          <ac:picMkLst>
            <pc:docMk/>
            <pc:sldMk cId="772705385" sldId="783"/>
            <ac:picMk id="4" creationId="{8C1128E4-4382-FD2B-F1DC-F5D4EE0CA915}"/>
          </ac:picMkLst>
        </pc:picChg>
      </pc:sldChg>
      <pc:sldChg chg="addSp delSp modSp add mod">
        <pc:chgData name="문용권" userId="f4576892-5165-4ec3-8fee-308c2258f490" providerId="ADAL" clId="{48EE271F-132B-466C-AFE0-91C7CB419FB5}" dt="2025-11-23T18:51:59.107" v="25032" actId="403"/>
        <pc:sldMkLst>
          <pc:docMk/>
          <pc:sldMk cId="1373464856" sldId="784"/>
        </pc:sldMkLst>
        <pc:spChg chg="add del mod">
          <ac:chgData name="문용권" userId="f4576892-5165-4ec3-8fee-308c2258f490" providerId="ADAL" clId="{48EE271F-132B-466C-AFE0-91C7CB419FB5}" dt="2025-11-23T18:51:59.107" v="25032" actId="403"/>
          <ac:spMkLst>
            <pc:docMk/>
            <pc:sldMk cId="1373464856" sldId="784"/>
            <ac:spMk id="8" creationId="{0F595B89-B9C8-95BF-3AC1-CDA04E1ABECB}"/>
          </ac:spMkLst>
        </pc:spChg>
      </pc:sldChg>
      <pc:sldChg chg="addSp delSp modSp add mod">
        <pc:chgData name="문용권" userId="f4576892-5165-4ec3-8fee-308c2258f490" providerId="ADAL" clId="{48EE271F-132B-466C-AFE0-91C7CB419FB5}" dt="2025-11-23T18:56:25.271" v="25239" actId="20577"/>
        <pc:sldMkLst>
          <pc:docMk/>
          <pc:sldMk cId="487926214" sldId="785"/>
        </pc:sldMkLst>
        <pc:spChg chg="add mod">
          <ac:chgData name="문용권" userId="f4576892-5165-4ec3-8fee-308c2258f490" providerId="ADAL" clId="{48EE271F-132B-466C-AFE0-91C7CB419FB5}" dt="2025-11-23T18:53:59.180" v="25124" actId="1076"/>
          <ac:spMkLst>
            <pc:docMk/>
            <pc:sldMk cId="487926214" sldId="785"/>
            <ac:spMk id="2" creationId="{422F20EA-CD97-8F4B-508F-F2448F8C358F}"/>
          </ac:spMkLst>
        </pc:spChg>
        <pc:spChg chg="add mod">
          <ac:chgData name="문용권" userId="f4576892-5165-4ec3-8fee-308c2258f490" providerId="ADAL" clId="{48EE271F-132B-466C-AFE0-91C7CB419FB5}" dt="2025-11-23T18:56:25.271" v="25239" actId="20577"/>
          <ac:spMkLst>
            <pc:docMk/>
            <pc:sldMk cId="487926214" sldId="785"/>
            <ac:spMk id="5" creationId="{2D959324-EBB2-8384-F80A-46E3A5EE2D25}"/>
          </ac:spMkLst>
        </pc:spChg>
        <pc:picChg chg="mod">
          <ac:chgData name="문용권" userId="f4576892-5165-4ec3-8fee-308c2258f490" providerId="ADAL" clId="{48EE271F-132B-466C-AFE0-91C7CB419FB5}" dt="2025-11-23T18:53:52.374" v="25122" actId="1076"/>
          <ac:picMkLst>
            <pc:docMk/>
            <pc:sldMk cId="487926214" sldId="785"/>
            <ac:picMk id="4" creationId="{2E0C08F6-C00C-811E-5A9C-6DC606BA2B18}"/>
          </ac:picMkLst>
        </pc:picChg>
      </pc:sldChg>
      <pc:sldChg chg="addSp delSp modSp add mod">
        <pc:chgData name="문용권" userId="f4576892-5165-4ec3-8fee-308c2258f490" providerId="ADAL" clId="{48EE271F-132B-466C-AFE0-91C7CB419FB5}" dt="2025-11-23T18:56:37.788" v="25241" actId="13926"/>
        <pc:sldMkLst>
          <pc:docMk/>
          <pc:sldMk cId="2049027855" sldId="786"/>
        </pc:sldMkLst>
        <pc:spChg chg="mod">
          <ac:chgData name="문용권" userId="f4576892-5165-4ec3-8fee-308c2258f490" providerId="ADAL" clId="{48EE271F-132B-466C-AFE0-91C7CB419FB5}" dt="2025-11-23T18:56:11.731" v="25237" actId="20577"/>
          <ac:spMkLst>
            <pc:docMk/>
            <pc:sldMk cId="2049027855" sldId="786"/>
            <ac:spMk id="5" creationId="{981110A5-7435-AFE4-1162-22609DF87B40}"/>
          </ac:spMkLst>
        </pc:spChg>
        <pc:spChg chg="add mod">
          <ac:chgData name="문용권" userId="f4576892-5165-4ec3-8fee-308c2258f490" providerId="ADAL" clId="{48EE271F-132B-466C-AFE0-91C7CB419FB5}" dt="2025-11-23T18:56:37.788" v="25241" actId="13926"/>
          <ac:spMkLst>
            <pc:docMk/>
            <pc:sldMk cId="2049027855" sldId="786"/>
            <ac:spMk id="9" creationId="{58EDEFFE-313B-A032-5B2E-C8A7EFBE0D3A}"/>
          </ac:spMkLst>
        </pc:spChg>
        <pc:cxnChg chg="add mod">
          <ac:chgData name="문용권" userId="f4576892-5165-4ec3-8fee-308c2258f490" providerId="ADAL" clId="{48EE271F-132B-466C-AFE0-91C7CB419FB5}" dt="2025-11-23T18:54:38.984" v="25129" actId="1582"/>
          <ac:cxnSpMkLst>
            <pc:docMk/>
            <pc:sldMk cId="2049027855" sldId="786"/>
            <ac:cxnSpMk id="7" creationId="{0D7592D5-F199-DD2D-95C0-E621B2E35E9D}"/>
          </ac:cxnSpMkLst>
        </pc:cxnChg>
      </pc:sldChg>
      <pc:sldChg chg="addSp delSp modSp add mod">
        <pc:chgData name="문용권" userId="f4576892-5165-4ec3-8fee-308c2258f490" providerId="ADAL" clId="{48EE271F-132B-466C-AFE0-91C7CB419FB5}" dt="2025-11-23T19:00:35.429" v="25392" actId="1076"/>
        <pc:sldMkLst>
          <pc:docMk/>
          <pc:sldMk cId="612798361" sldId="787"/>
        </pc:sldMkLst>
        <pc:spChg chg="mod">
          <ac:chgData name="문용권" userId="f4576892-5165-4ec3-8fee-308c2258f490" providerId="ADAL" clId="{48EE271F-132B-466C-AFE0-91C7CB419FB5}" dt="2025-11-23T18:58:30.262" v="25246" actId="14100"/>
          <ac:spMkLst>
            <pc:docMk/>
            <pc:sldMk cId="612798361" sldId="787"/>
            <ac:spMk id="3" creationId="{8C3EE17C-9DBA-29B1-234B-EF7D18E1D990}"/>
          </ac:spMkLst>
        </pc:spChg>
        <pc:spChg chg="add mod">
          <ac:chgData name="문용권" userId="f4576892-5165-4ec3-8fee-308c2258f490" providerId="ADAL" clId="{48EE271F-132B-466C-AFE0-91C7CB419FB5}" dt="2025-11-23T19:00:35.429" v="25392" actId="1076"/>
          <ac:spMkLst>
            <pc:docMk/>
            <pc:sldMk cId="612798361" sldId="787"/>
            <ac:spMk id="6" creationId="{8E3A1CAB-E5F2-F81E-244E-624FD0AC818A}"/>
          </ac:spMkLst>
        </pc:spChg>
      </pc:sldChg>
      <pc:sldChg chg="addSp modSp add mod">
        <pc:chgData name="문용권" userId="f4576892-5165-4ec3-8fee-308c2258f490" providerId="ADAL" clId="{48EE271F-132B-466C-AFE0-91C7CB419FB5}" dt="2025-11-23T19:01:50.921" v="25518" actId="1076"/>
        <pc:sldMkLst>
          <pc:docMk/>
          <pc:sldMk cId="659715835" sldId="788"/>
        </pc:sldMkLst>
        <pc:spChg chg="add mod">
          <ac:chgData name="문용권" userId="f4576892-5165-4ec3-8fee-308c2258f490" providerId="ADAL" clId="{48EE271F-132B-466C-AFE0-91C7CB419FB5}" dt="2025-11-23T19:01:35.795" v="25513" actId="14100"/>
          <ac:spMkLst>
            <pc:docMk/>
            <pc:sldMk cId="659715835" sldId="788"/>
            <ac:spMk id="2" creationId="{CA6C241A-C927-10DF-644E-478F04F74EC5}"/>
          </ac:spMkLst>
        </pc:spChg>
        <pc:spChg chg="add mod">
          <ac:chgData name="문용권" userId="f4576892-5165-4ec3-8fee-308c2258f490" providerId="ADAL" clId="{48EE271F-132B-466C-AFE0-91C7CB419FB5}" dt="2025-11-23T19:01:50.921" v="25518" actId="1076"/>
          <ac:spMkLst>
            <pc:docMk/>
            <pc:sldMk cId="659715835" sldId="788"/>
            <ac:spMk id="5" creationId="{BC418383-BD25-2A57-B840-C506EA1EFBEE}"/>
          </ac:spMkLst>
        </pc:spChg>
        <pc:spChg chg="mod">
          <ac:chgData name="문용권" userId="f4576892-5165-4ec3-8fee-308c2258f490" providerId="ADAL" clId="{48EE271F-132B-466C-AFE0-91C7CB419FB5}" dt="2025-11-23T19:01:31.534" v="25511" actId="1076"/>
          <ac:spMkLst>
            <pc:docMk/>
            <pc:sldMk cId="659715835" sldId="788"/>
            <ac:spMk id="70" creationId="{3D19E59E-E00B-76A8-3F03-1B9069A90DEE}"/>
          </ac:spMkLst>
        </pc:spChg>
      </pc:sldChg>
      <pc:sldChg chg="addSp delSp modSp add mod modTransition setBg modAnim">
        <pc:chgData name="문용권" userId="f4576892-5165-4ec3-8fee-308c2258f490" providerId="ADAL" clId="{48EE271F-132B-466C-AFE0-91C7CB419FB5}" dt="2025-11-23T19:18:29.524" v="26118"/>
        <pc:sldMkLst>
          <pc:docMk/>
          <pc:sldMk cId="753268024" sldId="789"/>
        </pc:sldMkLst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2" creationId="{86238A79-278C-A331-9CAA-02676D14A824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6" creationId="{F81CEBFC-8E83-BE57-D2CC-4E57B12A84B9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7" creationId="{1F30D732-8B06-E82F-320E-D14EBB5BED60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8" creationId="{F132F8EC-EBE7-A7C7-A2E2-3EE7242D829F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9" creationId="{6FBAF685-A3EC-E4F5-255F-077CABF579B1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10" creationId="{090D055D-4F84-BA66-87AD-66380F8FFB25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11" creationId="{2765F17E-C6A3-FDFB-6BB6-42B25B7109AC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12" creationId="{14CA26C3-4B1D-FEFE-56E5-9BA1C89F3874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14" creationId="{77A9BA83-413A-AFB7-FFCA-7020531C6DD5}"/>
          </ac:spMkLst>
        </pc:spChg>
        <pc:spChg chg="add mod ord">
          <ac:chgData name="문용권" userId="f4576892-5165-4ec3-8fee-308c2258f490" providerId="ADAL" clId="{48EE271F-132B-466C-AFE0-91C7CB419FB5}" dt="2025-11-23T19:02:30.929" v="25522" actId="167"/>
          <ac:spMkLst>
            <pc:docMk/>
            <pc:sldMk cId="753268024" sldId="789"/>
            <ac:spMk id="17" creationId="{9BDFCA29-49C6-6FD7-EDE4-45E1039F8599}"/>
          </ac:spMkLst>
        </pc:spChg>
        <pc:spChg chg="add mod">
          <ac:chgData name="문용권" userId="f4576892-5165-4ec3-8fee-308c2258f490" providerId="ADAL" clId="{48EE271F-132B-466C-AFE0-91C7CB419FB5}" dt="2025-11-23T19:03:05.268" v="25528" actId="1076"/>
          <ac:spMkLst>
            <pc:docMk/>
            <pc:sldMk cId="753268024" sldId="789"/>
            <ac:spMk id="18" creationId="{DC84FF5B-11DB-E92B-2DF7-A813FF583055}"/>
          </ac:spMkLst>
        </pc:spChg>
        <pc:spChg chg="mod">
          <ac:chgData name="문용권" userId="f4576892-5165-4ec3-8fee-308c2258f490" providerId="ADAL" clId="{48EE271F-132B-466C-AFE0-91C7CB419FB5}" dt="2025-11-23T19:02:35.045" v="25523" actId="1076"/>
          <ac:spMkLst>
            <pc:docMk/>
            <pc:sldMk cId="753268024" sldId="789"/>
            <ac:spMk id="24" creationId="{40917D7B-A333-2A98-E391-B6BF0EDFD410}"/>
          </ac:spMkLst>
        </pc:spChg>
      </pc:sldChg>
      <pc:sldChg chg="addSp delSp modSp add mod modTransition setBg delAnim">
        <pc:chgData name="문용권" userId="f4576892-5165-4ec3-8fee-308c2258f490" providerId="ADAL" clId="{48EE271F-132B-466C-AFE0-91C7CB419FB5}" dt="2025-11-23T19:18:27.966" v="26117"/>
        <pc:sldMkLst>
          <pc:docMk/>
          <pc:sldMk cId="2070301673" sldId="790"/>
        </pc:sldMkLst>
        <pc:spChg chg="add mod">
          <ac:chgData name="문용권" userId="f4576892-5165-4ec3-8fee-308c2258f490" providerId="ADAL" clId="{48EE271F-132B-466C-AFE0-91C7CB419FB5}" dt="2025-11-23T19:08:03.420" v="25702" actId="1076"/>
          <ac:spMkLst>
            <pc:docMk/>
            <pc:sldMk cId="2070301673" sldId="790"/>
            <ac:spMk id="4" creationId="{D1C42E0A-20A0-9CA8-6948-8FC8605C30CD}"/>
          </ac:spMkLst>
        </pc:spChg>
        <pc:spChg chg="mod">
          <ac:chgData name="문용권" userId="f4576892-5165-4ec3-8fee-308c2258f490" providerId="ADAL" clId="{48EE271F-132B-466C-AFE0-91C7CB419FB5}" dt="2025-11-23T19:06:49.352" v="25548" actId="14100"/>
          <ac:spMkLst>
            <pc:docMk/>
            <pc:sldMk cId="2070301673" sldId="790"/>
            <ac:spMk id="7" creationId="{A8E46F07-B90A-51C4-D277-45D209CD2615}"/>
          </ac:spMkLst>
        </pc:spChg>
        <pc:spChg chg="mod">
          <ac:chgData name="문용권" userId="f4576892-5165-4ec3-8fee-308c2258f490" providerId="ADAL" clId="{48EE271F-132B-466C-AFE0-91C7CB419FB5}" dt="2025-11-23T19:06:49.876" v="25549" actId="14100"/>
          <ac:spMkLst>
            <pc:docMk/>
            <pc:sldMk cId="2070301673" sldId="790"/>
            <ac:spMk id="8" creationId="{19C24540-53B9-4A2E-3475-FD33F30AF7CD}"/>
          </ac:spMkLst>
        </pc:spChg>
        <pc:spChg chg="mod">
          <ac:chgData name="문용권" userId="f4576892-5165-4ec3-8fee-308c2258f490" providerId="ADAL" clId="{48EE271F-132B-466C-AFE0-91C7CB419FB5}" dt="2025-11-23T19:06:56.258" v="25552" actId="14100"/>
          <ac:spMkLst>
            <pc:docMk/>
            <pc:sldMk cId="2070301673" sldId="790"/>
            <ac:spMk id="9" creationId="{1D8E42FB-BC92-004B-B867-581E51615876}"/>
          </ac:spMkLst>
        </pc:spChg>
      </pc:sldChg>
      <pc:sldChg chg="add modTransition">
        <pc:chgData name="문용권" userId="f4576892-5165-4ec3-8fee-308c2258f490" providerId="ADAL" clId="{48EE271F-132B-466C-AFE0-91C7CB419FB5}" dt="2025-11-23T19:18:26.964" v="26116"/>
        <pc:sldMkLst>
          <pc:docMk/>
          <pc:sldMk cId="3353475119" sldId="791"/>
        </pc:sldMkLst>
      </pc:sldChg>
      <pc:sldChg chg="delSp modSp add mod">
        <pc:chgData name="문용권" userId="f4576892-5165-4ec3-8fee-308c2258f490" providerId="ADAL" clId="{48EE271F-132B-466C-AFE0-91C7CB419FB5}" dt="2025-11-23T19:11:20.253" v="25820" actId="478"/>
        <pc:sldMkLst>
          <pc:docMk/>
          <pc:sldMk cId="993339520" sldId="792"/>
        </pc:sldMkLst>
        <pc:spChg chg="mod">
          <ac:chgData name="문용권" userId="f4576892-5165-4ec3-8fee-308c2258f490" providerId="ADAL" clId="{48EE271F-132B-466C-AFE0-91C7CB419FB5}" dt="2025-11-23T19:09:37.719" v="25792" actId="14100"/>
          <ac:spMkLst>
            <pc:docMk/>
            <pc:sldMk cId="993339520" sldId="792"/>
            <ac:spMk id="8" creationId="{48AF849A-13EC-B682-3E91-CF8E6BDDF5EC}"/>
          </ac:spMkLst>
        </pc:spChg>
      </pc:sldChg>
      <pc:sldChg chg="addSp delSp modSp add mod modTransition">
        <pc:chgData name="문용권" userId="f4576892-5165-4ec3-8fee-308c2258f490" providerId="ADAL" clId="{48EE271F-132B-466C-AFE0-91C7CB419FB5}" dt="2025-11-23T19:18:23.674" v="26115"/>
        <pc:sldMkLst>
          <pc:docMk/>
          <pc:sldMk cId="984820135" sldId="793"/>
        </pc:sldMkLst>
        <pc:spChg chg="mod">
          <ac:chgData name="문용권" userId="f4576892-5165-4ec3-8fee-308c2258f490" providerId="ADAL" clId="{48EE271F-132B-466C-AFE0-91C7CB419FB5}" dt="2025-11-23T19:09:55.682" v="25797" actId="14100"/>
          <ac:spMkLst>
            <pc:docMk/>
            <pc:sldMk cId="984820135" sldId="793"/>
            <ac:spMk id="7" creationId="{A4072AFD-429C-5859-034E-C05F239F6E77}"/>
          </ac:spMkLst>
        </pc:spChg>
      </pc:sldChg>
      <pc:sldChg chg="addSp delSp modSp add mod modTransition">
        <pc:chgData name="문용권" userId="f4576892-5165-4ec3-8fee-308c2258f490" providerId="ADAL" clId="{48EE271F-132B-466C-AFE0-91C7CB419FB5}" dt="2025-11-23T19:18:22.073" v="26114"/>
        <pc:sldMkLst>
          <pc:docMk/>
          <pc:sldMk cId="3398369979" sldId="794"/>
        </pc:sldMkLst>
        <pc:spChg chg="add del">
          <ac:chgData name="문용권" userId="f4576892-5165-4ec3-8fee-308c2258f490" providerId="ADAL" clId="{48EE271F-132B-466C-AFE0-91C7CB419FB5}" dt="2025-11-23T19:10:43.246" v="25812" actId="478"/>
          <ac:spMkLst>
            <pc:docMk/>
            <pc:sldMk cId="3398369979" sldId="794"/>
            <ac:spMk id="3" creationId="{046DEDB5-374F-B495-611B-301410B658CB}"/>
          </ac:spMkLst>
        </pc:spChg>
        <pc:spChg chg="mod">
          <ac:chgData name="문용권" userId="f4576892-5165-4ec3-8fee-308c2258f490" providerId="ADAL" clId="{48EE271F-132B-466C-AFE0-91C7CB419FB5}" dt="2025-11-23T19:10:06.415" v="25802" actId="1076"/>
          <ac:spMkLst>
            <pc:docMk/>
            <pc:sldMk cId="3398369979" sldId="794"/>
            <ac:spMk id="6" creationId="{1FE145C5-FD2C-64D7-B1C6-518180E86AC7}"/>
          </ac:spMkLst>
        </pc:spChg>
      </pc:sldChg>
      <pc:sldChg chg="delSp modSp add mod modTransition">
        <pc:chgData name="문용권" userId="f4576892-5165-4ec3-8fee-308c2258f490" providerId="ADAL" clId="{48EE271F-132B-466C-AFE0-91C7CB419FB5}" dt="2025-11-23T19:18:20.652" v="26113"/>
        <pc:sldMkLst>
          <pc:docMk/>
          <pc:sldMk cId="1452792715" sldId="795"/>
        </pc:sldMkLst>
        <pc:spChg chg="mod">
          <ac:chgData name="문용권" userId="f4576892-5165-4ec3-8fee-308c2258f490" providerId="ADAL" clId="{48EE271F-132B-466C-AFE0-91C7CB419FB5}" dt="2025-11-23T19:10:11.951" v="25804" actId="14100"/>
          <ac:spMkLst>
            <pc:docMk/>
            <pc:sldMk cId="1452792715" sldId="795"/>
            <ac:spMk id="3" creationId="{C2E3FD3A-912A-CED0-4756-4DD104912F68}"/>
          </ac:spMkLst>
        </pc:spChg>
      </pc:sldChg>
      <pc:sldChg chg="addSp delSp modSp add mod modTransition modAnim">
        <pc:chgData name="문용권" userId="f4576892-5165-4ec3-8fee-308c2258f490" providerId="ADAL" clId="{48EE271F-132B-466C-AFE0-91C7CB419FB5}" dt="2025-11-23T19:18:17.631" v="26112"/>
        <pc:sldMkLst>
          <pc:docMk/>
          <pc:sldMk cId="3080143154" sldId="796"/>
        </pc:sldMkLst>
        <pc:spChg chg="add mod">
          <ac:chgData name="문용권" userId="f4576892-5165-4ec3-8fee-308c2258f490" providerId="ADAL" clId="{48EE271F-132B-466C-AFE0-91C7CB419FB5}" dt="2025-11-23T19:11:58.323" v="25932" actId="1076"/>
          <ac:spMkLst>
            <pc:docMk/>
            <pc:sldMk cId="3080143154" sldId="796"/>
            <ac:spMk id="4" creationId="{F29EE957-1ED6-5B52-E07B-20E75B84642A}"/>
          </ac:spMkLst>
        </pc:spChg>
        <pc:spChg chg="mod ord">
          <ac:chgData name="문용권" userId="f4576892-5165-4ec3-8fee-308c2258f490" providerId="ADAL" clId="{48EE271F-132B-466C-AFE0-91C7CB419FB5}" dt="2025-11-23T19:17:02.009" v="26093" actId="167"/>
          <ac:spMkLst>
            <pc:docMk/>
            <pc:sldMk cId="3080143154" sldId="796"/>
            <ac:spMk id="8" creationId="{F257A4D0-F9A5-99D2-FEA8-CA810EC046AB}"/>
          </ac:spMkLst>
        </pc:spChg>
        <pc:spChg chg="ord">
          <ac:chgData name="문용권" userId="f4576892-5165-4ec3-8fee-308c2258f490" providerId="ADAL" clId="{48EE271F-132B-466C-AFE0-91C7CB419FB5}" dt="2025-11-23T19:17:02.009" v="26093" actId="167"/>
          <ac:spMkLst>
            <pc:docMk/>
            <pc:sldMk cId="3080143154" sldId="796"/>
            <ac:spMk id="9" creationId="{5C58BDB6-67E8-5C8C-DEC7-279F4AA079D2}"/>
          </ac:spMkLst>
        </pc:spChg>
        <pc:spChg chg="mod topLvl">
          <ac:chgData name="문용권" userId="f4576892-5165-4ec3-8fee-308c2258f490" providerId="ADAL" clId="{48EE271F-132B-466C-AFE0-91C7CB419FB5}" dt="2025-11-23T19:15:57.905" v="26076" actId="164"/>
          <ac:spMkLst>
            <pc:docMk/>
            <pc:sldMk cId="3080143154" sldId="796"/>
            <ac:spMk id="11" creationId="{B6E105BD-ADCA-D7CD-EF07-8A52171EDC32}"/>
          </ac:spMkLst>
        </pc:spChg>
        <pc:spChg chg="add del mod topLvl">
          <ac:chgData name="문용권" userId="f4576892-5165-4ec3-8fee-308c2258f490" providerId="ADAL" clId="{48EE271F-132B-466C-AFE0-91C7CB419FB5}" dt="2025-11-23T19:15:57.905" v="26076" actId="164"/>
          <ac:spMkLst>
            <pc:docMk/>
            <pc:sldMk cId="3080143154" sldId="796"/>
            <ac:spMk id="12" creationId="{52D08A5F-715D-0CB9-87B8-DE62207AD73D}"/>
          </ac:spMkLst>
        </pc:spChg>
        <pc:spChg chg="mod">
          <ac:chgData name="문용권" userId="f4576892-5165-4ec3-8fee-308c2258f490" providerId="ADAL" clId="{48EE271F-132B-466C-AFE0-91C7CB419FB5}" dt="2025-11-23T19:16:39.536" v="26082"/>
          <ac:spMkLst>
            <pc:docMk/>
            <pc:sldMk cId="3080143154" sldId="796"/>
            <ac:spMk id="15" creationId="{119008CA-CA47-3AEA-337F-E213D734A5BB}"/>
          </ac:spMkLst>
        </pc:spChg>
        <pc:spChg chg="mod">
          <ac:chgData name="문용권" userId="f4576892-5165-4ec3-8fee-308c2258f490" providerId="ADAL" clId="{48EE271F-132B-466C-AFE0-91C7CB419FB5}" dt="2025-11-23T19:16:39.536" v="26082"/>
          <ac:spMkLst>
            <pc:docMk/>
            <pc:sldMk cId="3080143154" sldId="796"/>
            <ac:spMk id="17" creationId="{FF77DDBA-A0A7-3F00-0C1E-D65031AB9B2F}"/>
          </ac:spMkLst>
        </pc:spChg>
        <pc:spChg chg="mod">
          <ac:chgData name="문용권" userId="f4576892-5165-4ec3-8fee-308c2258f490" providerId="ADAL" clId="{48EE271F-132B-466C-AFE0-91C7CB419FB5}" dt="2025-11-23T19:16:39.775" v="26083"/>
          <ac:spMkLst>
            <pc:docMk/>
            <pc:sldMk cId="3080143154" sldId="796"/>
            <ac:spMk id="19" creationId="{731709F4-12C8-D2BB-6A28-BD5B3E9E17C0}"/>
          </ac:spMkLst>
        </pc:spChg>
        <pc:spChg chg="mod">
          <ac:chgData name="문용권" userId="f4576892-5165-4ec3-8fee-308c2258f490" providerId="ADAL" clId="{48EE271F-132B-466C-AFE0-91C7CB419FB5}" dt="2025-11-23T19:16:44.717" v="26087" actId="1076"/>
          <ac:spMkLst>
            <pc:docMk/>
            <pc:sldMk cId="3080143154" sldId="796"/>
            <ac:spMk id="20" creationId="{AEBD7904-D118-0FFB-EF4B-06CA22204B57}"/>
          </ac:spMkLst>
        </pc:spChg>
        <pc:spChg chg="mod">
          <ac:chgData name="문용권" userId="f4576892-5165-4ec3-8fee-308c2258f490" providerId="ADAL" clId="{48EE271F-132B-466C-AFE0-91C7CB419FB5}" dt="2025-11-23T19:16:51.057" v="26091"/>
          <ac:spMkLst>
            <pc:docMk/>
            <pc:sldMk cId="3080143154" sldId="796"/>
            <ac:spMk id="22" creationId="{F694DFCC-A182-2C46-D08D-9CAF17EE8E27}"/>
          </ac:spMkLst>
        </pc:spChg>
        <pc:spChg chg="mod">
          <ac:chgData name="문용권" userId="f4576892-5165-4ec3-8fee-308c2258f490" providerId="ADAL" clId="{48EE271F-132B-466C-AFE0-91C7CB419FB5}" dt="2025-11-23T19:16:51.057" v="26091"/>
          <ac:spMkLst>
            <pc:docMk/>
            <pc:sldMk cId="3080143154" sldId="796"/>
            <ac:spMk id="23" creationId="{2EEBACC4-1808-796B-5981-9D3106851D71}"/>
          </ac:spMkLst>
        </pc:spChg>
        <pc:grpChg chg="add mod ord">
          <ac:chgData name="문용권" userId="f4576892-5165-4ec3-8fee-308c2258f490" providerId="ADAL" clId="{48EE271F-132B-466C-AFE0-91C7CB419FB5}" dt="2025-11-23T19:17:02.009" v="26093" actId="167"/>
          <ac:grpSpMkLst>
            <pc:docMk/>
            <pc:sldMk cId="3080143154" sldId="796"/>
            <ac:grpSpMk id="13" creationId="{CC5626B5-A0DF-BEF6-D067-42908B7548AE}"/>
          </ac:grpSpMkLst>
        </pc:grpChg>
        <pc:grpChg chg="add mod ord">
          <ac:chgData name="문용권" userId="f4576892-5165-4ec3-8fee-308c2258f490" providerId="ADAL" clId="{48EE271F-132B-466C-AFE0-91C7CB419FB5}" dt="2025-11-23T19:17:02.009" v="26093" actId="167"/>
          <ac:grpSpMkLst>
            <pc:docMk/>
            <pc:sldMk cId="3080143154" sldId="796"/>
            <ac:grpSpMk id="14" creationId="{A23482AA-989B-8E36-B300-0943BC77F4CF}"/>
          </ac:grpSpMkLst>
        </pc:grpChg>
        <pc:grpChg chg="add mod ord">
          <ac:chgData name="문용권" userId="f4576892-5165-4ec3-8fee-308c2258f490" providerId="ADAL" clId="{48EE271F-132B-466C-AFE0-91C7CB419FB5}" dt="2025-11-23T19:17:02.009" v="26093" actId="167"/>
          <ac:grpSpMkLst>
            <pc:docMk/>
            <pc:sldMk cId="3080143154" sldId="796"/>
            <ac:grpSpMk id="18" creationId="{0642952E-EA59-E6FF-C43E-20497DC2B9C7}"/>
          </ac:grpSpMkLst>
        </pc:grpChg>
        <pc:grpChg chg="add mod ord">
          <ac:chgData name="문용권" userId="f4576892-5165-4ec3-8fee-308c2258f490" providerId="ADAL" clId="{48EE271F-132B-466C-AFE0-91C7CB419FB5}" dt="2025-11-23T19:17:02.009" v="26093" actId="167"/>
          <ac:grpSpMkLst>
            <pc:docMk/>
            <pc:sldMk cId="3080143154" sldId="796"/>
            <ac:grpSpMk id="21" creationId="{3B764926-BEB6-4916-62C7-DD868D4CCBD3}"/>
          </ac:grpSpMkLst>
        </pc:grpChg>
      </pc:sldChg>
      <pc:sldChg chg="addSp delSp modSp add mod modTransition">
        <pc:chgData name="문용권" userId="f4576892-5165-4ec3-8fee-308c2258f490" providerId="ADAL" clId="{48EE271F-132B-466C-AFE0-91C7CB419FB5}" dt="2025-11-23T19:20:29.282" v="26143" actId="1076"/>
        <pc:sldMkLst>
          <pc:docMk/>
          <pc:sldMk cId="3399525564" sldId="797"/>
        </pc:sldMkLst>
        <pc:spChg chg="ord">
          <ac:chgData name="문용권" userId="f4576892-5165-4ec3-8fee-308c2258f490" providerId="ADAL" clId="{48EE271F-132B-466C-AFE0-91C7CB419FB5}" dt="2025-11-23T19:17:36.509" v="26100" actId="167"/>
          <ac:spMkLst>
            <pc:docMk/>
            <pc:sldMk cId="3399525564" sldId="797"/>
            <ac:spMk id="2" creationId="{BDE16616-4F93-57E7-AE53-E63AE936BAEE}"/>
          </ac:spMkLst>
        </pc:spChg>
        <pc:spChg chg="ord">
          <ac:chgData name="문용권" userId="f4576892-5165-4ec3-8fee-308c2258f490" providerId="ADAL" clId="{48EE271F-132B-466C-AFE0-91C7CB419FB5}" dt="2025-11-23T19:17:36.509" v="26100" actId="167"/>
          <ac:spMkLst>
            <pc:docMk/>
            <pc:sldMk cId="3399525564" sldId="797"/>
            <ac:spMk id="3" creationId="{7A25F440-7A52-DA54-91A2-7A3A2B9C1082}"/>
          </ac:spMkLst>
        </pc:spChg>
        <pc:spChg chg="ord">
          <ac:chgData name="문용권" userId="f4576892-5165-4ec3-8fee-308c2258f490" providerId="ADAL" clId="{48EE271F-132B-466C-AFE0-91C7CB419FB5}" dt="2025-11-23T19:17:36.509" v="26100" actId="167"/>
          <ac:spMkLst>
            <pc:docMk/>
            <pc:sldMk cId="3399525564" sldId="797"/>
            <ac:spMk id="6" creationId="{96C5C387-257F-0800-90D6-81D096EFCCF7}"/>
          </ac:spMkLst>
        </pc:spChg>
        <pc:spChg chg="ord">
          <ac:chgData name="문용권" userId="f4576892-5165-4ec3-8fee-308c2258f490" providerId="ADAL" clId="{48EE271F-132B-466C-AFE0-91C7CB419FB5}" dt="2025-11-23T19:17:36.509" v="26100" actId="167"/>
          <ac:spMkLst>
            <pc:docMk/>
            <pc:sldMk cId="3399525564" sldId="797"/>
            <ac:spMk id="7" creationId="{66FAD4F1-31B3-7ED6-7997-B093F6DA1C4C}"/>
          </ac:spMkLst>
        </pc:spChg>
        <pc:spChg chg="mod">
          <ac:chgData name="문용권" userId="f4576892-5165-4ec3-8fee-308c2258f490" providerId="ADAL" clId="{48EE271F-132B-466C-AFE0-91C7CB419FB5}" dt="2025-11-23T19:17:50.461" v="26104" actId="1076"/>
          <ac:spMkLst>
            <pc:docMk/>
            <pc:sldMk cId="3399525564" sldId="797"/>
            <ac:spMk id="8" creationId="{F314DBD3-128E-AA66-6159-8A7FEFC1945A}"/>
          </ac:spMkLst>
        </pc:spChg>
        <pc:spChg chg="mod">
          <ac:chgData name="문용권" userId="f4576892-5165-4ec3-8fee-308c2258f490" providerId="ADAL" clId="{48EE271F-132B-466C-AFE0-91C7CB419FB5}" dt="2025-11-23T19:18:07.419" v="26109" actId="1076"/>
          <ac:spMkLst>
            <pc:docMk/>
            <pc:sldMk cId="3399525564" sldId="797"/>
            <ac:spMk id="12" creationId="{A07AD6EE-6001-2950-FE38-39EE94A465F6}"/>
          </ac:spMkLst>
        </pc:spChg>
        <pc:spChg chg="mod">
          <ac:chgData name="문용권" userId="f4576892-5165-4ec3-8fee-308c2258f490" providerId="ADAL" clId="{48EE271F-132B-466C-AFE0-91C7CB419FB5}" dt="2025-11-23T19:17:47.961" v="26102" actId="1076"/>
          <ac:spMkLst>
            <pc:docMk/>
            <pc:sldMk cId="3399525564" sldId="797"/>
            <ac:spMk id="23" creationId="{598BD3E9-11C5-7D16-2978-6555B7D7C310}"/>
          </ac:spMkLst>
        </pc:spChg>
        <pc:grpChg chg="mod">
          <ac:chgData name="문용권" userId="f4576892-5165-4ec3-8fee-308c2258f490" providerId="ADAL" clId="{48EE271F-132B-466C-AFE0-91C7CB419FB5}" dt="2025-11-23T19:20:16.260" v="26139" actId="1076"/>
          <ac:grpSpMkLst>
            <pc:docMk/>
            <pc:sldMk cId="3399525564" sldId="797"/>
            <ac:grpSpMk id="13" creationId="{43804710-E236-686A-C53A-B97E6F527963}"/>
          </ac:grpSpMkLst>
        </pc:grpChg>
        <pc:grpChg chg="mod">
          <ac:chgData name="문용권" userId="f4576892-5165-4ec3-8fee-308c2258f490" providerId="ADAL" clId="{48EE271F-132B-466C-AFE0-91C7CB419FB5}" dt="2025-11-23T19:20:29.282" v="26143" actId="1076"/>
          <ac:grpSpMkLst>
            <pc:docMk/>
            <pc:sldMk cId="3399525564" sldId="797"/>
            <ac:grpSpMk id="14" creationId="{131B4FF8-046C-9988-E417-FB4DE4409E41}"/>
          </ac:grpSpMkLst>
        </pc:grpChg>
        <pc:grpChg chg="add del mod">
          <ac:chgData name="문용권" userId="f4576892-5165-4ec3-8fee-308c2258f490" providerId="ADAL" clId="{48EE271F-132B-466C-AFE0-91C7CB419FB5}" dt="2025-11-23T19:20:22.005" v="26141" actId="1076"/>
          <ac:grpSpMkLst>
            <pc:docMk/>
            <pc:sldMk cId="3399525564" sldId="797"/>
            <ac:grpSpMk id="18" creationId="{78DF34CE-C888-C0D5-F31D-231B01672CF3}"/>
          </ac:grpSpMkLst>
        </pc:grpChg>
        <pc:grpChg chg="mod">
          <ac:chgData name="문용권" userId="f4576892-5165-4ec3-8fee-308c2258f490" providerId="ADAL" clId="{48EE271F-132B-466C-AFE0-91C7CB419FB5}" dt="2025-11-23T19:20:18.862" v="26140" actId="1076"/>
          <ac:grpSpMkLst>
            <pc:docMk/>
            <pc:sldMk cId="3399525564" sldId="797"/>
            <ac:grpSpMk id="21" creationId="{9EC0B9BF-EEDF-3ADF-01F2-4AFE39FB2200}"/>
          </ac:grpSpMkLst>
        </pc:grpChg>
      </pc:sldChg>
      <pc:sldChg chg="addSp modSp add mod addAnim delAnim modAnim">
        <pc:chgData name="문용권" userId="f4576892-5165-4ec3-8fee-308c2258f490" providerId="ADAL" clId="{48EE271F-132B-466C-AFE0-91C7CB419FB5}" dt="2025-11-23T19:21:56.411" v="26179"/>
        <pc:sldMkLst>
          <pc:docMk/>
          <pc:sldMk cId="3419666689" sldId="799"/>
        </pc:sldMkLst>
        <pc:spChg chg="mod">
          <ac:chgData name="문용권" userId="f4576892-5165-4ec3-8fee-308c2258f490" providerId="ADAL" clId="{48EE271F-132B-466C-AFE0-91C7CB419FB5}" dt="2025-11-23T19:20:57.614" v="26158" actId="1076"/>
          <ac:spMkLst>
            <pc:docMk/>
            <pc:sldMk cId="3419666689" sldId="799"/>
            <ac:spMk id="2" creationId="{BE7BEBF2-FA52-1270-BDF1-7F56AF687BC9}"/>
          </ac:spMkLst>
        </pc:spChg>
        <pc:spChg chg="mod">
          <ac:chgData name="문용권" userId="f4576892-5165-4ec3-8fee-308c2258f490" providerId="ADAL" clId="{48EE271F-132B-466C-AFE0-91C7CB419FB5}" dt="2025-11-23T19:20:51.759" v="26155" actId="1076"/>
          <ac:spMkLst>
            <pc:docMk/>
            <pc:sldMk cId="3419666689" sldId="799"/>
            <ac:spMk id="17" creationId="{22EB9F55-B11A-8D8E-99E0-507D8BAE0285}"/>
          </ac:spMkLst>
        </pc:spChg>
        <pc:spChg chg="add mod">
          <ac:chgData name="문용권" userId="f4576892-5165-4ec3-8fee-308c2258f490" providerId="ADAL" clId="{48EE271F-132B-466C-AFE0-91C7CB419FB5}" dt="2025-11-23T19:21:24.293" v="26166" actId="1076"/>
          <ac:spMkLst>
            <pc:docMk/>
            <pc:sldMk cId="3419666689" sldId="799"/>
            <ac:spMk id="24" creationId="{35D6FFD8-2FA3-0D9D-3AE1-0598CD0165C9}"/>
          </ac:spMkLst>
        </pc:spChg>
        <pc:spChg chg="add mod">
          <ac:chgData name="문용권" userId="f4576892-5165-4ec3-8fee-308c2258f490" providerId="ADAL" clId="{48EE271F-132B-466C-AFE0-91C7CB419FB5}" dt="2025-11-23T19:21:31.752" v="26170" actId="1076"/>
          <ac:spMkLst>
            <pc:docMk/>
            <pc:sldMk cId="3419666689" sldId="799"/>
            <ac:spMk id="25" creationId="{CCFBE8C5-3C08-64EE-F392-327092DA37FA}"/>
          </ac:spMkLst>
        </pc:spChg>
        <pc:spChg chg="add mod">
          <ac:chgData name="문용권" userId="f4576892-5165-4ec3-8fee-308c2258f490" providerId="ADAL" clId="{48EE271F-132B-466C-AFE0-91C7CB419FB5}" dt="2025-11-23T19:21:38.930" v="26174" actId="1076"/>
          <ac:spMkLst>
            <pc:docMk/>
            <pc:sldMk cId="3419666689" sldId="799"/>
            <ac:spMk id="26" creationId="{720253DE-F0A8-15E8-AA73-373764D781B2}"/>
          </ac:spMkLst>
        </pc:spChg>
        <pc:spChg chg="add mod">
          <ac:chgData name="문용권" userId="f4576892-5165-4ec3-8fee-308c2258f490" providerId="ADAL" clId="{48EE271F-132B-466C-AFE0-91C7CB419FB5}" dt="2025-11-23T19:21:47.172" v="26178" actId="1076"/>
          <ac:spMkLst>
            <pc:docMk/>
            <pc:sldMk cId="3419666689" sldId="799"/>
            <ac:spMk id="27" creationId="{70976277-146B-DE97-894B-0F55B1897E22}"/>
          </ac:spMkLst>
        </pc:spChg>
        <pc:grpChg chg="mod">
          <ac:chgData name="문용권" userId="f4576892-5165-4ec3-8fee-308c2258f490" providerId="ADAL" clId="{48EE271F-132B-466C-AFE0-91C7CB419FB5}" dt="2025-11-23T19:21:00.427" v="26159" actId="1076"/>
          <ac:grpSpMkLst>
            <pc:docMk/>
            <pc:sldMk cId="3419666689" sldId="799"/>
            <ac:grpSpMk id="14" creationId="{E67FFA96-3C43-9BA5-262F-2B03C8978717}"/>
          </ac:grpSpMkLst>
        </pc:grpChg>
        <pc:picChg chg="add mod">
          <ac:chgData name="문용권" userId="f4576892-5165-4ec3-8fee-308c2258f490" providerId="ADAL" clId="{48EE271F-132B-466C-AFE0-91C7CB419FB5}" dt="2025-11-23T19:20:37.633" v="26146" actId="1076"/>
          <ac:picMkLst>
            <pc:docMk/>
            <pc:sldMk cId="3419666689" sldId="799"/>
            <ac:picMk id="4" creationId="{F3C2CCAB-7619-F49E-0A1A-65BBDBA8BDFD}"/>
          </ac:picMkLst>
        </pc:picChg>
        <pc:picChg chg="add mod">
          <ac:chgData name="문용권" userId="f4576892-5165-4ec3-8fee-308c2258f490" providerId="ADAL" clId="{48EE271F-132B-466C-AFE0-91C7CB419FB5}" dt="2025-11-23T19:20:39.511" v="26147" actId="571"/>
          <ac:picMkLst>
            <pc:docMk/>
            <pc:sldMk cId="3419666689" sldId="799"/>
            <ac:picMk id="5" creationId="{774B24AA-6EC1-7C7F-A2F7-BB08247F5BE3}"/>
          </ac:picMkLst>
        </pc:picChg>
        <pc:picChg chg="add mod">
          <ac:chgData name="문용권" userId="f4576892-5165-4ec3-8fee-308c2258f490" providerId="ADAL" clId="{48EE271F-132B-466C-AFE0-91C7CB419FB5}" dt="2025-11-23T19:20:44.510" v="26150" actId="1076"/>
          <ac:picMkLst>
            <pc:docMk/>
            <pc:sldMk cId="3419666689" sldId="799"/>
            <ac:picMk id="10" creationId="{DBBC4886-BC2A-5107-A19E-61B9DDF4B3B8}"/>
          </ac:picMkLst>
        </pc:picChg>
        <pc:picChg chg="add mod">
          <ac:chgData name="문용권" userId="f4576892-5165-4ec3-8fee-308c2258f490" providerId="ADAL" clId="{48EE271F-132B-466C-AFE0-91C7CB419FB5}" dt="2025-11-23T19:21:02.421" v="26160" actId="1076"/>
          <ac:picMkLst>
            <pc:docMk/>
            <pc:sldMk cId="3419666689" sldId="799"/>
            <ac:picMk id="16" creationId="{54D0B191-F254-18AB-CEEF-13E0A45494AA}"/>
          </ac:picMkLst>
        </pc:picChg>
      </pc:sldChg>
      <pc:sldChg chg="addSp delSp modSp add mod setBg modAnim">
        <pc:chgData name="문용권" userId="f4576892-5165-4ec3-8fee-308c2258f490" providerId="ADAL" clId="{48EE271F-132B-466C-AFE0-91C7CB419FB5}" dt="2025-11-23T19:23:19.163" v="26240" actId="1076"/>
        <pc:sldMkLst>
          <pc:docMk/>
          <pc:sldMk cId="1607053299" sldId="800"/>
        </pc:sldMkLst>
        <pc:spChg chg="mod">
          <ac:chgData name="문용권" userId="f4576892-5165-4ec3-8fee-308c2258f490" providerId="ADAL" clId="{48EE271F-132B-466C-AFE0-91C7CB419FB5}" dt="2025-11-23T19:22:38.243" v="26188" actId="1076"/>
          <ac:spMkLst>
            <pc:docMk/>
            <pc:sldMk cId="1607053299" sldId="800"/>
            <ac:spMk id="9" creationId="{8842A252-57BD-A511-6B85-77E3666D89EE}"/>
          </ac:spMkLst>
        </pc:spChg>
        <pc:spChg chg="add mod">
          <ac:chgData name="문용권" userId="f4576892-5165-4ec3-8fee-308c2258f490" providerId="ADAL" clId="{48EE271F-132B-466C-AFE0-91C7CB419FB5}" dt="2025-11-23T19:23:19.163" v="26240" actId="1076"/>
          <ac:spMkLst>
            <pc:docMk/>
            <pc:sldMk cId="1607053299" sldId="800"/>
            <ac:spMk id="28" creationId="{B9ACDCDD-61E8-A6E8-48B3-B5C9FB133CD5}"/>
          </ac:spMkLst>
        </pc:spChg>
      </pc:sldChg>
      <pc:sldChg chg="addSp modSp new mod">
        <pc:chgData name="문용권" userId="f4576892-5165-4ec3-8fee-308c2258f490" providerId="ADAL" clId="{48EE271F-132B-466C-AFE0-91C7CB419FB5}" dt="2025-11-23T19:25:11.466" v="26560" actId="14100"/>
        <pc:sldMkLst>
          <pc:docMk/>
          <pc:sldMk cId="379192242" sldId="801"/>
        </pc:sldMkLst>
        <pc:spChg chg="mod">
          <ac:chgData name="문용권" userId="f4576892-5165-4ec3-8fee-308c2258f490" providerId="ADAL" clId="{48EE271F-132B-466C-AFE0-91C7CB419FB5}" dt="2025-11-23T19:25:11.466" v="26560" actId="14100"/>
          <ac:spMkLst>
            <pc:docMk/>
            <pc:sldMk cId="379192242" sldId="801"/>
            <ac:spMk id="6" creationId="{4E783E5E-582B-F7DC-3785-831F5FDB732D}"/>
          </ac:spMkLst>
        </pc:spChg>
        <pc:spChg chg="mod">
          <ac:chgData name="문용권" userId="f4576892-5165-4ec3-8fee-308c2258f490" providerId="ADAL" clId="{48EE271F-132B-466C-AFE0-91C7CB419FB5}" dt="2025-11-23T19:24:14.968" v="26248"/>
          <ac:spMkLst>
            <pc:docMk/>
            <pc:sldMk cId="379192242" sldId="801"/>
            <ac:spMk id="8" creationId="{6FD037CA-9C7C-E274-BB91-4B06D7843580}"/>
          </ac:spMkLst>
        </pc:spChg>
        <pc:spChg chg="mod">
          <ac:chgData name="문용권" userId="f4576892-5165-4ec3-8fee-308c2258f490" providerId="ADAL" clId="{48EE271F-132B-466C-AFE0-91C7CB419FB5}" dt="2025-11-23T19:24:14.968" v="26248"/>
          <ac:spMkLst>
            <pc:docMk/>
            <pc:sldMk cId="379192242" sldId="801"/>
            <ac:spMk id="9" creationId="{C6FB70A7-4A18-5158-CA71-9798B3EA6461}"/>
          </ac:spMkLst>
        </pc:spChg>
        <pc:grpChg chg="add mod">
          <ac:chgData name="문용권" userId="f4576892-5165-4ec3-8fee-308c2258f490" providerId="ADAL" clId="{48EE271F-132B-466C-AFE0-91C7CB419FB5}" dt="2025-11-23T19:24:14.968" v="26248"/>
          <ac:grpSpMkLst>
            <pc:docMk/>
            <pc:sldMk cId="379192242" sldId="801"/>
            <ac:grpSpMk id="4" creationId="{BFC19B8B-BAFE-06B4-1C75-FA89256E92F4}"/>
          </ac:grpSpMkLst>
        </pc:grpChg>
        <pc:grpChg chg="mod">
          <ac:chgData name="문용권" userId="f4576892-5165-4ec3-8fee-308c2258f490" providerId="ADAL" clId="{48EE271F-132B-466C-AFE0-91C7CB419FB5}" dt="2025-11-23T19:24:14.968" v="26248"/>
          <ac:grpSpMkLst>
            <pc:docMk/>
            <pc:sldMk cId="379192242" sldId="801"/>
            <ac:grpSpMk id="5" creationId="{4FCA6366-20B0-DEC8-49BA-2BC6FB9C075E}"/>
          </ac:grpSpMkLst>
        </pc:grpChg>
        <pc:picChg chg="add mod">
          <ac:chgData name="문용권" userId="f4576892-5165-4ec3-8fee-308c2258f490" providerId="ADAL" clId="{48EE271F-132B-466C-AFE0-91C7CB419FB5}" dt="2025-11-23T19:24:20.530" v="26250" actId="1076"/>
          <ac:picMkLst>
            <pc:docMk/>
            <pc:sldMk cId="379192242" sldId="801"/>
            <ac:picMk id="3" creationId="{1A9FD4B5-9C88-68F4-04B9-944547F06867}"/>
          </ac:picMkLst>
        </pc:picChg>
        <pc:picChg chg="mod">
          <ac:chgData name="문용권" userId="f4576892-5165-4ec3-8fee-308c2258f490" providerId="ADAL" clId="{48EE271F-132B-466C-AFE0-91C7CB419FB5}" dt="2025-11-23T19:24:14.968" v="26248"/>
          <ac:picMkLst>
            <pc:docMk/>
            <pc:sldMk cId="379192242" sldId="801"/>
            <ac:picMk id="7" creationId="{97239BFE-3DAD-D6BA-797B-BF72828D5422}"/>
          </ac:picMkLst>
        </pc:picChg>
      </pc:sldChg>
      <pc:sldChg chg="addSp delSp modSp add mod modAnim">
        <pc:chgData name="문용권" userId="f4576892-5165-4ec3-8fee-308c2258f490" providerId="ADAL" clId="{48EE271F-132B-466C-AFE0-91C7CB419FB5}" dt="2025-11-23T19:28:23.488" v="26622"/>
        <pc:sldMkLst>
          <pc:docMk/>
          <pc:sldMk cId="853034044" sldId="802"/>
        </pc:sldMkLst>
        <pc:spChg chg="add mod">
          <ac:chgData name="문용권" userId="f4576892-5165-4ec3-8fee-308c2258f490" providerId="ADAL" clId="{48EE271F-132B-466C-AFE0-91C7CB419FB5}" dt="2025-11-23T19:26:19.922" v="26570" actId="1076"/>
          <ac:spMkLst>
            <pc:docMk/>
            <pc:sldMk cId="853034044" sldId="802"/>
            <ac:spMk id="2" creationId="{61DB9B7A-284A-8721-F1FD-94D0C4EAB2E4}"/>
          </ac:spMkLst>
        </pc:spChg>
        <pc:spChg chg="add mod">
          <ac:chgData name="문용권" userId="f4576892-5165-4ec3-8fee-308c2258f490" providerId="ADAL" clId="{48EE271F-132B-466C-AFE0-91C7CB419FB5}" dt="2025-11-23T19:27:49.340" v="26614" actId="2711"/>
          <ac:spMkLst>
            <pc:docMk/>
            <pc:sldMk cId="853034044" sldId="802"/>
            <ac:spMk id="13" creationId="{8EDDDC21-B505-9600-99A1-445D74E9D622}"/>
          </ac:spMkLst>
        </pc:spChg>
        <pc:spChg chg="add mod">
          <ac:chgData name="문용권" userId="f4576892-5165-4ec3-8fee-308c2258f490" providerId="ADAL" clId="{48EE271F-132B-466C-AFE0-91C7CB419FB5}" dt="2025-11-23T19:28:00.211" v="26615" actId="2711"/>
          <ac:spMkLst>
            <pc:docMk/>
            <pc:sldMk cId="853034044" sldId="802"/>
            <ac:spMk id="14" creationId="{920801FE-D10E-3F11-FE74-84F1AFEB8E4F}"/>
          </ac:spMkLst>
        </pc:spChg>
        <pc:cxnChg chg="add mod">
          <ac:chgData name="문용권" userId="f4576892-5165-4ec3-8fee-308c2258f490" providerId="ADAL" clId="{48EE271F-132B-466C-AFE0-91C7CB419FB5}" dt="2025-11-23T19:26:38.116" v="26574" actId="1076"/>
          <ac:cxnSpMkLst>
            <pc:docMk/>
            <pc:sldMk cId="853034044" sldId="802"/>
            <ac:cxnSpMk id="11" creationId="{DCD722DB-A96F-376F-5587-6831D427C5BD}"/>
          </ac:cxnSpMkLst>
        </pc:cxnChg>
        <pc:cxnChg chg="add mod">
          <ac:chgData name="문용권" userId="f4576892-5165-4ec3-8fee-308c2258f490" providerId="ADAL" clId="{48EE271F-132B-466C-AFE0-91C7CB419FB5}" dt="2025-11-23T19:26:45.753" v="26578" actId="1076"/>
          <ac:cxnSpMkLst>
            <pc:docMk/>
            <pc:sldMk cId="853034044" sldId="802"/>
            <ac:cxnSpMk id="12" creationId="{68B56C14-F649-B62E-2C9A-A4C7113BCDE1}"/>
          </ac:cxnSpMkLst>
        </pc:cxnChg>
      </pc:sldChg>
      <pc:sldChg chg="addSp delSp modSp add mod delAnim modAnim">
        <pc:chgData name="문용권" userId="f4576892-5165-4ec3-8fee-308c2258f490" providerId="ADAL" clId="{48EE271F-132B-466C-AFE0-91C7CB419FB5}" dt="2025-11-23T19:32:13.500" v="26699"/>
        <pc:sldMkLst>
          <pc:docMk/>
          <pc:sldMk cId="3989483447" sldId="803"/>
        </pc:sldMkLst>
        <pc:spChg chg="mod ord topLvl">
          <ac:chgData name="문용권" userId="f4576892-5165-4ec3-8fee-308c2258f490" providerId="ADAL" clId="{48EE271F-132B-466C-AFE0-91C7CB419FB5}" dt="2025-11-23T19:32:11.172" v="26698" actId="167"/>
          <ac:spMkLst>
            <pc:docMk/>
            <pc:sldMk cId="3989483447" sldId="803"/>
            <ac:spMk id="4" creationId="{AC43A7B5-32F9-DAC4-240A-58A41BB132D2}"/>
          </ac:spMkLst>
        </pc:spChg>
        <pc:spChg chg="add mod ord">
          <ac:chgData name="문용권" userId="f4576892-5165-4ec3-8fee-308c2258f490" providerId="ADAL" clId="{48EE271F-132B-466C-AFE0-91C7CB419FB5}" dt="2025-11-23T19:32:11.172" v="26698" actId="167"/>
          <ac:spMkLst>
            <pc:docMk/>
            <pc:sldMk cId="3989483447" sldId="803"/>
            <ac:spMk id="6" creationId="{3E0A3E18-9391-3F02-DB01-C70278425FF6}"/>
          </ac:spMkLst>
        </pc:spChg>
        <pc:spChg chg="add mod ord">
          <ac:chgData name="문용권" userId="f4576892-5165-4ec3-8fee-308c2258f490" providerId="ADAL" clId="{48EE271F-132B-466C-AFE0-91C7CB419FB5}" dt="2025-11-23T19:32:11.172" v="26698" actId="167"/>
          <ac:spMkLst>
            <pc:docMk/>
            <pc:sldMk cId="3989483447" sldId="803"/>
            <ac:spMk id="7" creationId="{379A08B1-F6F5-DEAF-74D0-E46CBAD97E5E}"/>
          </ac:spMkLst>
        </pc:spChg>
        <pc:spChg chg="add mod ord">
          <ac:chgData name="문용권" userId="f4576892-5165-4ec3-8fee-308c2258f490" providerId="ADAL" clId="{48EE271F-132B-466C-AFE0-91C7CB419FB5}" dt="2025-11-23T19:32:11.172" v="26698" actId="167"/>
          <ac:spMkLst>
            <pc:docMk/>
            <pc:sldMk cId="3989483447" sldId="803"/>
            <ac:spMk id="10" creationId="{91603D6D-9882-92AB-DA95-822264DE412F}"/>
          </ac:spMkLst>
        </pc:spChg>
        <pc:spChg chg="mod">
          <ac:chgData name="문용권" userId="f4576892-5165-4ec3-8fee-308c2258f490" providerId="ADAL" clId="{48EE271F-132B-466C-AFE0-91C7CB419FB5}" dt="2025-11-23T19:32:00.640" v="26696" actId="1076"/>
          <ac:spMkLst>
            <pc:docMk/>
            <pc:sldMk cId="3989483447" sldId="803"/>
            <ac:spMk id="14" creationId="{25313E6E-90CD-712F-91E0-853EB2CEA7B0}"/>
          </ac:spMkLst>
        </pc:spChg>
        <pc:spChg chg="add mod ord">
          <ac:chgData name="문용권" userId="f4576892-5165-4ec3-8fee-308c2258f490" providerId="ADAL" clId="{48EE271F-132B-466C-AFE0-91C7CB419FB5}" dt="2025-11-23T19:32:11.172" v="26698" actId="167"/>
          <ac:spMkLst>
            <pc:docMk/>
            <pc:sldMk cId="3989483447" sldId="803"/>
            <ac:spMk id="15" creationId="{F6F93D42-D5ED-DA3D-384E-FFAF80012757}"/>
          </ac:spMkLst>
        </pc:spChg>
      </pc:sldChg>
      <pc:sldChg chg="addSp modSp add mod modAnim">
        <pc:chgData name="문용권" userId="f4576892-5165-4ec3-8fee-308c2258f490" providerId="ADAL" clId="{48EE271F-132B-466C-AFE0-91C7CB419FB5}" dt="2025-11-23T19:33:50.688" v="26720" actId="208"/>
        <pc:sldMkLst>
          <pc:docMk/>
          <pc:sldMk cId="2953417905" sldId="804"/>
        </pc:sldMkLst>
        <pc:spChg chg="add mod">
          <ac:chgData name="문용권" userId="f4576892-5165-4ec3-8fee-308c2258f490" providerId="ADAL" clId="{48EE271F-132B-466C-AFE0-91C7CB419FB5}" dt="2025-11-23T19:33:50.688" v="26720" actId="208"/>
          <ac:spMkLst>
            <pc:docMk/>
            <pc:sldMk cId="2953417905" sldId="804"/>
            <ac:spMk id="2" creationId="{23BD6F5F-2821-51DC-DB76-21D63FD27AC1}"/>
          </ac:spMkLst>
        </pc:spChg>
        <pc:spChg chg="add mod">
          <ac:chgData name="문용권" userId="f4576892-5165-4ec3-8fee-308c2258f490" providerId="ADAL" clId="{48EE271F-132B-466C-AFE0-91C7CB419FB5}" dt="2025-11-23T19:33:50.688" v="26720" actId="208"/>
          <ac:spMkLst>
            <pc:docMk/>
            <pc:sldMk cId="2953417905" sldId="804"/>
            <ac:spMk id="3" creationId="{FBE9216E-BD32-6F90-A3E0-5A67D9B1018A}"/>
          </ac:spMkLst>
        </pc:spChg>
        <pc:cxnChg chg="add mod">
          <ac:chgData name="문용권" userId="f4576892-5165-4ec3-8fee-308c2258f490" providerId="ADAL" clId="{48EE271F-132B-466C-AFE0-91C7CB419FB5}" dt="2025-11-23T19:33:50.688" v="26720" actId="208"/>
          <ac:cxnSpMkLst>
            <pc:docMk/>
            <pc:sldMk cId="2953417905" sldId="804"/>
            <ac:cxnSpMk id="8" creationId="{CEC29B4D-A58B-F715-E2F4-7C24E071A8FA}"/>
          </ac:cxnSpMkLst>
        </pc:cxnChg>
      </pc:sldChg>
      <pc:sldChg chg="addSp modSp add mod addAnim delAnim modAnim">
        <pc:chgData name="문용권" userId="f4576892-5165-4ec3-8fee-308c2258f490" providerId="ADAL" clId="{48EE271F-132B-466C-AFE0-91C7CB419FB5}" dt="2025-11-23T19:35:10.073" v="26732"/>
        <pc:sldMkLst>
          <pc:docMk/>
          <pc:sldMk cId="4042269069" sldId="805"/>
        </pc:sldMkLst>
        <pc:spChg chg="add mod">
          <ac:chgData name="문용권" userId="f4576892-5165-4ec3-8fee-308c2258f490" providerId="ADAL" clId="{48EE271F-132B-466C-AFE0-91C7CB419FB5}" dt="2025-11-23T19:34:31.684" v="26724" actId="1076"/>
          <ac:spMkLst>
            <pc:docMk/>
            <pc:sldMk cId="4042269069" sldId="805"/>
            <ac:spMk id="5" creationId="{71FEE02D-9D69-4E24-1FCF-AB5945FC2511}"/>
          </ac:spMkLst>
        </pc:spChg>
        <pc:spChg chg="add mod">
          <ac:chgData name="문용권" userId="f4576892-5165-4ec3-8fee-308c2258f490" providerId="ADAL" clId="{48EE271F-132B-466C-AFE0-91C7CB419FB5}" dt="2025-11-23T19:34:37.312" v="26727" actId="1076"/>
          <ac:spMkLst>
            <pc:docMk/>
            <pc:sldMk cId="4042269069" sldId="805"/>
            <ac:spMk id="9" creationId="{C4C91602-B18A-F810-4008-0A6C2838BEA9}"/>
          </ac:spMkLst>
        </pc:spChg>
        <pc:spChg chg="add mod">
          <ac:chgData name="문용권" userId="f4576892-5165-4ec3-8fee-308c2258f490" providerId="ADAL" clId="{48EE271F-132B-466C-AFE0-91C7CB419FB5}" dt="2025-11-23T19:34:38.891" v="26728" actId="1076"/>
          <ac:spMkLst>
            <pc:docMk/>
            <pc:sldMk cId="4042269069" sldId="805"/>
            <ac:spMk id="11" creationId="{B4D36B15-C434-4035-4595-FA90C5B05B27}"/>
          </ac:spMkLst>
        </pc:spChg>
        <pc:spChg chg="add mod">
          <ac:chgData name="문용권" userId="f4576892-5165-4ec3-8fee-308c2258f490" providerId="ADAL" clId="{48EE271F-132B-466C-AFE0-91C7CB419FB5}" dt="2025-11-23T19:34:40.799" v="26729" actId="1076"/>
          <ac:spMkLst>
            <pc:docMk/>
            <pc:sldMk cId="4042269069" sldId="805"/>
            <ac:spMk id="12" creationId="{0596BD54-8299-0968-60FA-A8F766AFB4A3}"/>
          </ac:spMkLst>
        </pc:spChg>
      </pc:sldChg>
      <pc:sldChg chg="add">
        <pc:chgData name="문용권" userId="f4576892-5165-4ec3-8fee-308c2258f490" providerId="ADAL" clId="{48EE271F-132B-466C-AFE0-91C7CB419FB5}" dt="2025-11-23T19:35:48.981" v="26733"/>
        <pc:sldMkLst>
          <pc:docMk/>
          <pc:sldMk cId="3727093183" sldId="806"/>
        </pc:sldMkLst>
      </pc:sldChg>
      <pc:sldChg chg="addSp delSp modSp add mod">
        <pc:chgData name="문용권" userId="f4576892-5165-4ec3-8fee-308c2258f490" providerId="ADAL" clId="{48EE271F-132B-466C-AFE0-91C7CB419FB5}" dt="2025-11-23T19:36:14.654" v="26743" actId="1076"/>
        <pc:sldMkLst>
          <pc:docMk/>
          <pc:sldMk cId="2596584850" sldId="807"/>
        </pc:sldMkLst>
        <pc:picChg chg="add mod">
          <ac:chgData name="문용권" userId="f4576892-5165-4ec3-8fee-308c2258f490" providerId="ADAL" clId="{48EE271F-132B-466C-AFE0-91C7CB419FB5}" dt="2025-11-23T19:36:14.654" v="26743" actId="1076"/>
          <ac:picMkLst>
            <pc:docMk/>
            <pc:sldMk cId="2596584850" sldId="807"/>
            <ac:picMk id="2" creationId="{7F621B84-FEE7-AC1E-3D57-766D06D62BC8}"/>
          </ac:picMkLst>
        </pc:picChg>
      </pc:sldChg>
      <pc:sldChg chg="add">
        <pc:chgData name="문용권" userId="f4576892-5165-4ec3-8fee-308c2258f490" providerId="ADAL" clId="{48EE271F-132B-466C-AFE0-91C7CB419FB5}" dt="2025-11-30T21:16:21.139" v="26886"/>
        <pc:sldMkLst>
          <pc:docMk/>
          <pc:sldMk cId="1560196148" sldId="808"/>
        </pc:sldMkLst>
      </pc:sldChg>
      <pc:sldChg chg="addSp delSp modSp new mod modTransition">
        <pc:chgData name="문용권" userId="f4576892-5165-4ec3-8fee-308c2258f490" providerId="ADAL" clId="{48EE271F-132B-466C-AFE0-91C7CB419FB5}" dt="2025-11-30T21:31:20.531" v="27237"/>
        <pc:sldMkLst>
          <pc:docMk/>
          <pc:sldMk cId="1609341243" sldId="809"/>
        </pc:sldMkLst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2" creationId="{0F7F6777-8CD3-B269-517B-9D7490879546}"/>
          </ac:spMkLst>
        </pc:spChg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3" creationId="{F7C6CD67-72AE-6B51-8CB5-A1FB4A8A9CA9}"/>
          </ac:spMkLst>
        </pc:spChg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4" creationId="{70E538DA-CEC1-798B-DD71-7AA7288C345C}"/>
          </ac:spMkLst>
        </pc:spChg>
        <pc:spChg chg="mod">
          <ac:chgData name="문용권" userId="f4576892-5165-4ec3-8fee-308c2258f490" providerId="ADAL" clId="{48EE271F-132B-466C-AFE0-91C7CB419FB5}" dt="2025-11-30T21:17:48.336" v="26889" actId="164"/>
          <ac:spMkLst>
            <pc:docMk/>
            <pc:sldMk cId="1609341243" sldId="809"/>
            <ac:spMk id="5" creationId="{5BE36C2F-EDAD-A04A-F7F8-7EBBE2FAA7FD}"/>
          </ac:spMkLst>
        </pc:spChg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6" creationId="{F21F46E7-AC04-A0F1-5555-514D8E278FDD}"/>
          </ac:spMkLst>
        </pc:spChg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7" creationId="{39E2F03C-C7FD-E851-51C3-593AC6F1187B}"/>
          </ac:spMkLst>
        </pc:spChg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8" creationId="{CF791E1E-4787-96D5-E656-D3C2B3D1E5A0}"/>
          </ac:spMkLst>
        </pc:spChg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9" creationId="{2BFBC5DA-8EA7-F395-1E9C-14AE060A23C8}"/>
          </ac:spMkLst>
        </pc:spChg>
        <pc:spChg chg="add mod topLvl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10" creationId="{BB16548A-E9B5-91B3-D206-6DE1C95D0674}"/>
          </ac:spMkLst>
        </pc:spChg>
        <pc:spChg chg="mod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14" creationId="{7C8520A6-1348-A228-783A-5B11ACBD3EF1}"/>
          </ac:spMkLst>
        </pc:spChg>
        <pc:spChg chg="mod">
          <ac:chgData name="문용권" userId="f4576892-5165-4ec3-8fee-308c2258f490" providerId="ADAL" clId="{48EE271F-132B-466C-AFE0-91C7CB419FB5}" dt="2025-11-30T21:17:54.180" v="26893" actId="165"/>
          <ac:spMkLst>
            <pc:docMk/>
            <pc:sldMk cId="1609341243" sldId="809"/>
            <ac:spMk id="15" creationId="{6245D365-7709-5F46-BCEC-0195A8CE0637}"/>
          </ac:spMkLst>
        </pc:spChg>
        <pc:grpChg chg="add mod">
          <ac:chgData name="문용권" userId="f4576892-5165-4ec3-8fee-308c2258f490" providerId="ADAL" clId="{48EE271F-132B-466C-AFE0-91C7CB419FB5}" dt="2025-11-30T21:17:53.622" v="26892" actId="1076"/>
          <ac:grpSpMkLst>
            <pc:docMk/>
            <pc:sldMk cId="1609341243" sldId="809"/>
            <ac:grpSpMk id="22" creationId="{8746D491-95F5-5169-9F58-C2D98A9C531E}"/>
          </ac:grpSpMkLst>
        </pc:grpChg>
      </pc:sldChg>
      <pc:sldChg chg="addSp modSp new del mod">
        <pc:chgData name="문용권" userId="f4576892-5165-4ec3-8fee-308c2258f490" providerId="ADAL" clId="{48EE271F-132B-466C-AFE0-91C7CB419FB5}" dt="2025-11-30T21:21:42.421" v="26906" actId="47"/>
        <pc:sldMkLst>
          <pc:docMk/>
          <pc:sldMk cId="4241576241" sldId="810"/>
        </pc:sldMkLst>
        <pc:spChg chg="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2" creationId="{240440F4-0691-DD98-FBA9-EAA78B4F3C61}"/>
          </ac:spMkLst>
        </pc:spChg>
        <pc:spChg chg="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3" creationId="{6CB3F726-E451-20D1-3B92-F1B03C685004}"/>
          </ac:spMkLst>
        </pc:spChg>
        <pc:spChg chg="add 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4" creationId="{3D9A7A84-3C53-CD2B-4489-9AD1C9EFFC52}"/>
          </ac:spMkLst>
        </pc:spChg>
        <pc:spChg chg="add 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5" creationId="{5019CB47-3A4A-6713-18A9-A503BE6CA7D0}"/>
          </ac:spMkLst>
        </pc:spChg>
        <pc:spChg chg="add 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6" creationId="{0894EA24-68E3-DA1F-37B9-54FFFD3CECD2}"/>
          </ac:spMkLst>
        </pc:spChg>
        <pc:spChg chg="add 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7" creationId="{7797EC53-647D-DD68-7A96-BF1C99190464}"/>
          </ac:spMkLst>
        </pc:spChg>
        <pc:spChg chg="add 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8" creationId="{AD490FE6-7414-0936-84D2-425338C1E644}"/>
          </ac:spMkLst>
        </pc:spChg>
        <pc:spChg chg="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9" creationId="{255ECD83-0C62-A2B5-2D52-6B81AFBE7A13}"/>
          </ac:spMkLst>
        </pc:spChg>
        <pc:spChg chg="add 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10" creationId="{CA6F6975-FF75-E7AC-DEC6-F317C0CFAFD0}"/>
          </ac:spMkLst>
        </pc:spChg>
        <pc:spChg chg="mod">
          <ac:chgData name="문용권" userId="f4576892-5165-4ec3-8fee-308c2258f490" providerId="ADAL" clId="{48EE271F-132B-466C-AFE0-91C7CB419FB5}" dt="2025-11-30T21:18:08.178" v="26895"/>
          <ac:spMkLst>
            <pc:docMk/>
            <pc:sldMk cId="4241576241" sldId="810"/>
            <ac:spMk id="13" creationId="{CCF50D5E-C87C-C2BE-41BF-9F1976A68E97}"/>
          </ac:spMkLst>
        </pc:spChg>
        <pc:spChg chg="mod">
          <ac:chgData name="문용권" userId="f4576892-5165-4ec3-8fee-308c2258f490" providerId="ADAL" clId="{48EE271F-132B-466C-AFE0-91C7CB419FB5}" dt="2025-11-30T21:18:08.178" v="26895"/>
          <ac:spMkLst>
            <pc:docMk/>
            <pc:sldMk cId="4241576241" sldId="810"/>
            <ac:spMk id="14" creationId="{ED853D70-FDE1-EBA2-D796-EDF99C40E287}"/>
          </ac:spMkLst>
        </pc:spChg>
        <pc:spChg chg="mod">
          <ac:chgData name="문용권" userId="f4576892-5165-4ec3-8fee-308c2258f490" providerId="ADAL" clId="{48EE271F-132B-466C-AFE0-91C7CB419FB5}" dt="2025-11-30T21:18:08.178" v="26895"/>
          <ac:spMkLst>
            <pc:docMk/>
            <pc:sldMk cId="4241576241" sldId="810"/>
            <ac:spMk id="15" creationId="{D225D142-1080-DC25-9E33-71878938EFEE}"/>
          </ac:spMkLst>
        </pc:spChg>
        <pc:spChg chg="add mod">
          <ac:chgData name="문용권" userId="f4576892-5165-4ec3-8fee-308c2258f490" providerId="ADAL" clId="{48EE271F-132B-466C-AFE0-91C7CB419FB5}" dt="2025-11-30T21:18:16.356" v="26896" actId="164"/>
          <ac:spMkLst>
            <pc:docMk/>
            <pc:sldMk cId="4241576241" sldId="810"/>
            <ac:spMk id="22" creationId="{48053856-D081-8625-0DAA-CECB11D68BEE}"/>
          </ac:spMkLst>
        </pc:spChg>
        <pc:grpChg chg="mod">
          <ac:chgData name="문용권" userId="f4576892-5165-4ec3-8fee-308c2258f490" providerId="ADAL" clId="{48EE271F-132B-466C-AFE0-91C7CB419FB5}" dt="2025-11-30T21:18:22.875" v="26899" actId="1076"/>
          <ac:grpSpMkLst>
            <pc:docMk/>
            <pc:sldMk cId="4241576241" sldId="810"/>
            <ac:grpSpMk id="23" creationId="{1D7246C3-8874-00A2-BC19-CE40DE48EB71}"/>
          </ac:grpSpMkLst>
        </pc:grpChg>
      </pc:sldChg>
      <pc:sldChg chg="addSp delSp modSp add mod modTransition">
        <pc:chgData name="문용권" userId="f4576892-5165-4ec3-8fee-308c2258f490" providerId="ADAL" clId="{48EE271F-132B-466C-AFE0-91C7CB419FB5}" dt="2025-11-30T21:31:20.531" v="27237"/>
        <pc:sldMkLst>
          <pc:docMk/>
          <pc:sldMk cId="2071583857" sldId="811"/>
        </pc:sldMkLst>
        <pc:spChg chg="add del mod">
          <ac:chgData name="문용권" userId="f4576892-5165-4ec3-8fee-308c2258f490" providerId="ADAL" clId="{48EE271F-132B-466C-AFE0-91C7CB419FB5}" dt="2025-11-30T21:23:33.401" v="26933" actId="478"/>
          <ac:spMkLst>
            <pc:docMk/>
            <pc:sldMk cId="2071583857" sldId="811"/>
            <ac:spMk id="22" creationId="{0F61E3A1-3B03-000D-02F5-EE72830FF071}"/>
          </ac:spMkLst>
        </pc:spChg>
        <pc:grpChg chg="mod">
          <ac:chgData name="문용권" userId="f4576892-5165-4ec3-8fee-308c2258f490" providerId="ADAL" clId="{48EE271F-132B-466C-AFE0-91C7CB419FB5}" dt="2025-11-30T21:18:36.799" v="26903" actId="1076"/>
          <ac:grpSpMkLst>
            <pc:docMk/>
            <pc:sldMk cId="2071583857" sldId="811"/>
            <ac:grpSpMk id="16" creationId="{92AB6103-75E1-1743-2B15-208A1984ED89}"/>
          </ac:grpSpMkLst>
        </pc:grpChg>
        <pc:grpChg chg="mod">
          <ac:chgData name="문용권" userId="f4576892-5165-4ec3-8fee-308c2258f490" providerId="ADAL" clId="{48EE271F-132B-466C-AFE0-91C7CB419FB5}" dt="2025-11-30T21:18:34.905" v="26902" actId="1076"/>
          <ac:grpSpMkLst>
            <pc:docMk/>
            <pc:sldMk cId="2071583857" sldId="811"/>
            <ac:grpSpMk id="19" creationId="{1344153E-AD3F-424C-DA75-BA6F838D8827}"/>
          </ac:grpSpMkLst>
        </pc:grpChg>
        <pc:picChg chg="add mod">
          <ac:chgData name="문용권" userId="f4576892-5165-4ec3-8fee-308c2258f490" providerId="ADAL" clId="{48EE271F-132B-466C-AFE0-91C7CB419FB5}" dt="2025-11-30T21:23:33.524" v="26934"/>
          <ac:picMkLst>
            <pc:docMk/>
            <pc:sldMk cId="2071583857" sldId="811"/>
            <ac:picMk id="23" creationId="{B3060224-1091-C4F5-E127-2B431C38CE12}"/>
          </ac:picMkLst>
        </pc:picChg>
      </pc:sldChg>
      <pc:sldChg chg="addSp modSp add mod ord modTransition modAnim">
        <pc:chgData name="문용권" userId="f4576892-5165-4ec3-8fee-308c2258f490" providerId="ADAL" clId="{48EE271F-132B-466C-AFE0-91C7CB419FB5}" dt="2025-11-30T21:31:20.531" v="27237"/>
        <pc:sldMkLst>
          <pc:docMk/>
          <pc:sldMk cId="3121798480" sldId="812"/>
        </pc:sldMkLst>
        <pc:spChg chg="add mod">
          <ac:chgData name="문용권" userId="f4576892-5165-4ec3-8fee-308c2258f490" providerId="ADAL" clId="{48EE271F-132B-466C-AFE0-91C7CB419FB5}" dt="2025-11-30T21:21:56.178" v="26910"/>
          <ac:spMkLst>
            <pc:docMk/>
            <pc:sldMk cId="3121798480" sldId="812"/>
            <ac:spMk id="22" creationId="{BF5550B5-C6BC-C612-BDA9-57CA13EBE3F3}"/>
          </ac:spMkLst>
        </pc:spChg>
        <pc:cxnChg chg="add mod">
          <ac:chgData name="문용권" userId="f4576892-5165-4ec3-8fee-308c2258f490" providerId="ADAL" clId="{48EE271F-132B-466C-AFE0-91C7CB419FB5}" dt="2025-11-30T21:22:12.859" v="26914" actId="14100"/>
          <ac:cxnSpMkLst>
            <pc:docMk/>
            <pc:sldMk cId="3121798480" sldId="812"/>
            <ac:cxnSpMk id="23" creationId="{FAB335DD-D1D3-70D7-E590-902E43E6B6D8}"/>
          </ac:cxnSpMkLst>
        </pc:cxnChg>
        <pc:cxnChg chg="add mod">
          <ac:chgData name="문용권" userId="f4576892-5165-4ec3-8fee-308c2258f490" providerId="ADAL" clId="{48EE271F-132B-466C-AFE0-91C7CB419FB5}" dt="2025-11-30T21:22:09.632" v="26913" actId="14100"/>
          <ac:cxnSpMkLst>
            <pc:docMk/>
            <pc:sldMk cId="3121798480" sldId="812"/>
            <ac:cxnSpMk id="24" creationId="{4C1B54A7-3C5B-2D62-F0FC-8CB54E00DCD4}"/>
          </ac:cxnSpMkLst>
        </pc:cxnChg>
      </pc:sldChg>
      <pc:sldChg chg="addSp delSp modSp add mod modTransition delAnim modAnim">
        <pc:chgData name="문용권" userId="f4576892-5165-4ec3-8fee-308c2258f490" providerId="ADAL" clId="{48EE271F-132B-466C-AFE0-91C7CB419FB5}" dt="2025-11-30T21:31:20.531" v="27237"/>
        <pc:sldMkLst>
          <pc:docMk/>
          <pc:sldMk cId="2749021586" sldId="813"/>
        </pc:sldMkLst>
        <pc:spChg chg="del">
          <ac:chgData name="문용권" userId="f4576892-5165-4ec3-8fee-308c2258f490" providerId="ADAL" clId="{48EE271F-132B-466C-AFE0-91C7CB419FB5}" dt="2025-11-30T21:22:44.528" v="26918" actId="478"/>
          <ac:spMkLst>
            <pc:docMk/>
            <pc:sldMk cId="2749021586" sldId="813"/>
            <ac:spMk id="22" creationId="{E7E3C7C9-2B1B-A362-4AFA-45B16A057518}"/>
          </ac:spMkLst>
        </pc:spChg>
        <pc:spChg chg="add del mod">
          <ac:chgData name="문용권" userId="f4576892-5165-4ec3-8fee-308c2258f490" providerId="ADAL" clId="{48EE271F-132B-466C-AFE0-91C7CB419FB5}" dt="2025-11-30T21:23:04.989" v="26929" actId="478"/>
          <ac:spMkLst>
            <pc:docMk/>
            <pc:sldMk cId="2749021586" sldId="813"/>
            <ac:spMk id="25" creationId="{4A9C4CF6-8D28-E329-F901-E60CA4E15E73}"/>
          </ac:spMkLst>
        </pc:spChg>
        <pc:grpChg chg="mod ord">
          <ac:chgData name="문용권" userId="f4576892-5165-4ec3-8fee-308c2258f490" providerId="ADAL" clId="{48EE271F-132B-466C-AFE0-91C7CB419FB5}" dt="2025-11-30T21:22:53.426" v="26924" actId="1076"/>
          <ac:grpSpMkLst>
            <pc:docMk/>
            <pc:sldMk cId="2749021586" sldId="813"/>
            <ac:grpSpMk id="16" creationId="{650CEE2F-413D-5E89-6DC6-F2FE3552DB08}"/>
          </ac:grpSpMkLst>
        </pc:grpChg>
        <pc:grpChg chg="mod">
          <ac:chgData name="문용권" userId="f4576892-5165-4ec3-8fee-308c2258f490" providerId="ADAL" clId="{48EE271F-132B-466C-AFE0-91C7CB419FB5}" dt="2025-11-30T21:22:56.033" v="26925" actId="1076"/>
          <ac:grpSpMkLst>
            <pc:docMk/>
            <pc:sldMk cId="2749021586" sldId="813"/>
            <ac:grpSpMk id="19" creationId="{ECDB33D0-AB65-36BF-DE8A-7145CD062E93}"/>
          </ac:grpSpMkLst>
        </pc:grpChg>
        <pc:picChg chg="add mod">
          <ac:chgData name="문용권" userId="f4576892-5165-4ec3-8fee-308c2258f490" providerId="ADAL" clId="{48EE271F-132B-466C-AFE0-91C7CB419FB5}" dt="2025-11-30T21:23:30.901" v="26932" actId="1076"/>
          <ac:picMkLst>
            <pc:docMk/>
            <pc:sldMk cId="2749021586" sldId="813"/>
            <ac:picMk id="27" creationId="{0BD72F8D-B7A0-9E80-1CE1-8C284E310DDF}"/>
          </ac:picMkLst>
        </pc:picChg>
        <pc:cxnChg chg="del">
          <ac:chgData name="문용권" userId="f4576892-5165-4ec3-8fee-308c2258f490" providerId="ADAL" clId="{48EE271F-132B-466C-AFE0-91C7CB419FB5}" dt="2025-11-30T21:22:42.567" v="26916" actId="478"/>
          <ac:cxnSpMkLst>
            <pc:docMk/>
            <pc:sldMk cId="2749021586" sldId="813"/>
            <ac:cxnSpMk id="23" creationId="{D7B7A270-399B-A4EF-A5C5-632B51264F22}"/>
          </ac:cxnSpMkLst>
        </pc:cxnChg>
        <pc:cxnChg chg="del">
          <ac:chgData name="문용권" userId="f4576892-5165-4ec3-8fee-308c2258f490" providerId="ADAL" clId="{48EE271F-132B-466C-AFE0-91C7CB419FB5}" dt="2025-11-30T21:22:43.719" v="26917" actId="478"/>
          <ac:cxnSpMkLst>
            <pc:docMk/>
            <pc:sldMk cId="2749021586" sldId="813"/>
            <ac:cxnSpMk id="24" creationId="{04889EA7-FDAA-E4BF-0018-73EACD64D360}"/>
          </ac:cxnSpMkLst>
        </pc:cxnChg>
      </pc:sldChg>
      <pc:sldChg chg="add modTransition addAnim delAnim modAnim">
        <pc:chgData name="문용권" userId="f4576892-5165-4ec3-8fee-308c2258f490" providerId="ADAL" clId="{48EE271F-132B-466C-AFE0-91C7CB419FB5}" dt="2025-11-30T21:31:20.531" v="27237"/>
        <pc:sldMkLst>
          <pc:docMk/>
          <pc:sldMk cId="4243150589" sldId="814"/>
        </pc:sldMkLst>
      </pc:sldChg>
      <pc:sldChg chg="addSp modSp new mod modTransition modAnim">
        <pc:chgData name="문용권" userId="f4576892-5165-4ec3-8fee-308c2258f490" providerId="ADAL" clId="{48EE271F-132B-466C-AFE0-91C7CB419FB5}" dt="2025-11-30T21:31:20.531" v="27237"/>
        <pc:sldMkLst>
          <pc:docMk/>
          <pc:sldMk cId="3871706556" sldId="815"/>
        </pc:sldMkLst>
        <pc:spChg chg="add mod">
          <ac:chgData name="문용권" userId="f4576892-5165-4ec3-8fee-308c2258f490" providerId="ADAL" clId="{48EE271F-132B-466C-AFE0-91C7CB419FB5}" dt="2025-11-30T21:28:42.548" v="27153" actId="20577"/>
          <ac:spMkLst>
            <pc:docMk/>
            <pc:sldMk cId="3871706556" sldId="815"/>
            <ac:spMk id="2" creationId="{429C14B4-E179-C724-3CEC-E68FA50CC022}"/>
          </ac:spMkLst>
        </pc:spChg>
        <pc:spChg chg="add mod">
          <ac:chgData name="문용권" userId="f4576892-5165-4ec3-8fee-308c2258f490" providerId="ADAL" clId="{48EE271F-132B-466C-AFE0-91C7CB419FB5}" dt="2025-11-30T21:28:49.287" v="27155" actId="1076"/>
          <ac:spMkLst>
            <pc:docMk/>
            <pc:sldMk cId="3871706556" sldId="815"/>
            <ac:spMk id="3" creationId="{1D4C600A-51E7-F13A-B132-A39FEAFBEB15}"/>
          </ac:spMkLst>
        </pc:spChg>
      </pc:sldChg>
      <pc:sldChg chg="addSp delSp modSp add mod modTransition delAnim">
        <pc:chgData name="문용권" userId="f4576892-5165-4ec3-8fee-308c2258f490" providerId="ADAL" clId="{48EE271F-132B-466C-AFE0-91C7CB419FB5}" dt="2025-11-30T21:31:20.531" v="27237"/>
        <pc:sldMkLst>
          <pc:docMk/>
          <pc:sldMk cId="2176663045" sldId="816"/>
        </pc:sldMkLst>
        <pc:spChg chg="add mod">
          <ac:chgData name="문용권" userId="f4576892-5165-4ec3-8fee-308c2258f490" providerId="ADAL" clId="{48EE271F-132B-466C-AFE0-91C7CB419FB5}" dt="2025-11-30T21:26:08.162" v="26948" actId="403"/>
          <ac:spMkLst>
            <pc:docMk/>
            <pc:sldMk cId="2176663045" sldId="816"/>
            <ac:spMk id="22" creationId="{37BAED14-E010-EE5A-AC31-7494B74E08E5}"/>
          </ac:spMkLst>
        </pc:spChg>
        <pc:grpChg chg="del">
          <ac:chgData name="문용권" userId="f4576892-5165-4ec3-8fee-308c2258f490" providerId="ADAL" clId="{48EE271F-132B-466C-AFE0-91C7CB419FB5}" dt="2025-11-30T21:25:52.171" v="26942" actId="478"/>
          <ac:grpSpMkLst>
            <pc:docMk/>
            <pc:sldMk cId="2176663045" sldId="816"/>
            <ac:grpSpMk id="16" creationId="{E4348D67-0875-68FA-E42C-FE7672AC4826}"/>
          </ac:grpSpMkLst>
        </pc:grpChg>
        <pc:grpChg chg="mod">
          <ac:chgData name="문용권" userId="f4576892-5165-4ec3-8fee-308c2258f490" providerId="ADAL" clId="{48EE271F-132B-466C-AFE0-91C7CB419FB5}" dt="2025-11-30T21:25:54.463" v="26943" actId="1076"/>
          <ac:grpSpMkLst>
            <pc:docMk/>
            <pc:sldMk cId="2176663045" sldId="816"/>
            <ac:grpSpMk id="19" creationId="{91447A45-82FB-ABB8-56DD-57DA30B35136}"/>
          </ac:grpSpMkLst>
        </pc:grpChg>
        <pc:picChg chg="del">
          <ac:chgData name="문용권" userId="f4576892-5165-4ec3-8fee-308c2258f490" providerId="ADAL" clId="{48EE271F-132B-466C-AFE0-91C7CB419FB5}" dt="2025-11-30T21:25:52.171" v="26942" actId="478"/>
          <ac:picMkLst>
            <pc:docMk/>
            <pc:sldMk cId="2176663045" sldId="816"/>
            <ac:picMk id="27" creationId="{C6F7AD96-0ADD-5553-B3A3-FD3183C12874}"/>
          </ac:picMkLst>
        </pc:picChg>
      </pc:sldChg>
      <pc:sldChg chg="addSp modSp new mod ord modAnim">
        <pc:chgData name="문용권" userId="f4576892-5165-4ec3-8fee-308c2258f490" providerId="ADAL" clId="{48EE271F-132B-466C-AFE0-91C7CB419FB5}" dt="2025-11-30T21:27:45.657" v="27009" actId="1076"/>
        <pc:sldMkLst>
          <pc:docMk/>
          <pc:sldMk cId="2530830877" sldId="817"/>
        </pc:sldMkLst>
        <pc:spChg chg="add mod">
          <ac:chgData name="문용권" userId="f4576892-5165-4ec3-8fee-308c2258f490" providerId="ADAL" clId="{48EE271F-132B-466C-AFE0-91C7CB419FB5}" dt="2025-11-30T21:27:44.018" v="27008" actId="1076"/>
          <ac:spMkLst>
            <pc:docMk/>
            <pc:sldMk cId="2530830877" sldId="817"/>
            <ac:spMk id="2" creationId="{66A936E2-ED99-4774-797E-F3941D543429}"/>
          </ac:spMkLst>
        </pc:spChg>
        <pc:picChg chg="add mod">
          <ac:chgData name="문용권" userId="f4576892-5165-4ec3-8fee-308c2258f490" providerId="ADAL" clId="{48EE271F-132B-466C-AFE0-91C7CB419FB5}" dt="2025-11-30T21:27:45.657" v="27009" actId="1076"/>
          <ac:picMkLst>
            <pc:docMk/>
            <pc:sldMk cId="2530830877" sldId="817"/>
            <ac:picMk id="1026" creationId="{56F75AAA-45E4-8448-3985-1A2C9DB02DD8}"/>
          </ac:picMkLst>
        </pc:picChg>
      </pc:sldChg>
      <pc:sldChg chg="delSp add mod ord modTransition modAnim">
        <pc:chgData name="문용권" userId="f4576892-5165-4ec3-8fee-308c2258f490" providerId="ADAL" clId="{48EE271F-132B-466C-AFE0-91C7CB419FB5}" dt="2025-11-30T21:31:20.531" v="27237"/>
        <pc:sldMkLst>
          <pc:docMk/>
          <pc:sldMk cId="2147228476" sldId="818"/>
        </pc:sldMkLst>
        <pc:spChg chg="del">
          <ac:chgData name="문용권" userId="f4576892-5165-4ec3-8fee-308c2258f490" providerId="ADAL" clId="{48EE271F-132B-466C-AFE0-91C7CB419FB5}" dt="2025-11-30T21:29:20.939" v="27160" actId="478"/>
          <ac:spMkLst>
            <pc:docMk/>
            <pc:sldMk cId="2147228476" sldId="818"/>
            <ac:spMk id="22" creationId="{8F8EBB69-D9B5-D6A3-0B27-C061802E7625}"/>
          </ac:spMkLst>
        </pc:spChg>
      </pc:sldChg>
      <pc:sldChg chg="addSp modSp new mod">
        <pc:chgData name="문용권" userId="f4576892-5165-4ec3-8fee-308c2258f490" providerId="ADAL" clId="{48EE271F-132B-466C-AFE0-91C7CB419FB5}" dt="2025-11-30T21:29:54.911" v="27170" actId="1076"/>
        <pc:sldMkLst>
          <pc:docMk/>
          <pc:sldMk cId="1267168088" sldId="819"/>
        </pc:sldMkLst>
        <pc:spChg chg="add mod">
          <ac:chgData name="문용권" userId="f4576892-5165-4ec3-8fee-308c2258f490" providerId="ADAL" clId="{48EE271F-132B-466C-AFE0-91C7CB419FB5}" dt="2025-11-30T21:29:54.911" v="27170" actId="1076"/>
          <ac:spMkLst>
            <pc:docMk/>
            <pc:sldMk cId="1267168088" sldId="819"/>
            <ac:spMk id="2" creationId="{BAA737E3-A7DE-1EF9-9A4D-F524D2EDD8C3}"/>
          </ac:spMkLst>
        </pc:spChg>
      </pc:sldChg>
      <pc:sldChg chg="addSp modSp add mod modTransition">
        <pc:chgData name="문용권" userId="f4576892-5165-4ec3-8fee-308c2258f490" providerId="ADAL" clId="{48EE271F-132B-466C-AFE0-91C7CB419FB5}" dt="2025-11-30T21:31:15.906" v="27236"/>
        <pc:sldMkLst>
          <pc:docMk/>
          <pc:sldMk cId="3073722444" sldId="820"/>
        </pc:sldMkLst>
        <pc:spChg chg="mod">
          <ac:chgData name="문용권" userId="f4576892-5165-4ec3-8fee-308c2258f490" providerId="ADAL" clId="{48EE271F-132B-466C-AFE0-91C7CB419FB5}" dt="2025-11-30T21:30:15.776" v="27214" actId="1076"/>
          <ac:spMkLst>
            <pc:docMk/>
            <pc:sldMk cId="3073722444" sldId="820"/>
            <ac:spMk id="2" creationId="{99DDC4F8-5AEB-1FFA-D88C-8F9E3348C001}"/>
          </ac:spMkLst>
        </pc:spChg>
        <pc:spChg chg="add mod">
          <ac:chgData name="문용권" userId="f4576892-5165-4ec3-8fee-308c2258f490" providerId="ADAL" clId="{48EE271F-132B-466C-AFE0-91C7CB419FB5}" dt="2025-11-30T21:31:01.512" v="27234" actId="113"/>
          <ac:spMkLst>
            <pc:docMk/>
            <pc:sldMk cId="3073722444" sldId="820"/>
            <ac:spMk id="3" creationId="{325110E8-BA18-0DF5-DD87-D88000EA6CD6}"/>
          </ac:spMkLst>
        </pc:spChg>
      </pc:sldChg>
      <pc:sldChg chg="addSp modSp new mod modTransition">
        <pc:chgData name="문용권" userId="f4576892-5165-4ec3-8fee-308c2258f490" providerId="ADAL" clId="{48EE271F-132B-466C-AFE0-91C7CB419FB5}" dt="2025-11-30T21:32:05.840" v="27318"/>
        <pc:sldMkLst>
          <pc:docMk/>
          <pc:sldMk cId="3016477097" sldId="821"/>
        </pc:sldMkLst>
        <pc:spChg chg="add mod">
          <ac:chgData name="문용권" userId="f4576892-5165-4ec3-8fee-308c2258f490" providerId="ADAL" clId="{48EE271F-132B-466C-AFE0-91C7CB419FB5}" dt="2025-11-30T21:31:58.923" v="27317" actId="313"/>
          <ac:spMkLst>
            <pc:docMk/>
            <pc:sldMk cId="3016477097" sldId="821"/>
            <ac:spMk id="2" creationId="{FBA776D4-E391-E97E-9C70-13E48019A269}"/>
          </ac:spMkLst>
        </pc:spChg>
        <pc:spChg chg="add mod">
          <ac:chgData name="문용권" userId="f4576892-5165-4ec3-8fee-308c2258f490" providerId="ADAL" clId="{48EE271F-132B-466C-AFE0-91C7CB419FB5}" dt="2025-11-30T21:31:36.722" v="27240" actId="1076"/>
          <ac:spMkLst>
            <pc:docMk/>
            <pc:sldMk cId="3016477097" sldId="821"/>
            <ac:spMk id="3" creationId="{46211B33-E612-FD19-C08C-091FBAD51879}"/>
          </ac:spMkLst>
        </pc:spChg>
        <pc:spChg chg="add mod">
          <ac:chgData name="문용권" userId="f4576892-5165-4ec3-8fee-308c2258f490" providerId="ADAL" clId="{48EE271F-132B-466C-AFE0-91C7CB419FB5}" dt="2025-11-30T21:31:40.530" v="27242" actId="20577"/>
          <ac:spMkLst>
            <pc:docMk/>
            <pc:sldMk cId="3016477097" sldId="821"/>
            <ac:spMk id="4" creationId="{2F12AF00-59F2-FF8F-2393-0FF944162740}"/>
          </ac:spMkLst>
        </pc:spChg>
      </pc:sldChg>
      <pc:sldChg chg="addSp delSp modSp add mod addAnim delAnim modAnim">
        <pc:chgData name="문용권" userId="f4576892-5165-4ec3-8fee-308c2258f490" providerId="ADAL" clId="{48EE271F-132B-466C-AFE0-91C7CB419FB5}" dt="2025-11-30T21:44:27.202" v="27395"/>
        <pc:sldMkLst>
          <pc:docMk/>
          <pc:sldMk cId="873375992" sldId="822"/>
        </pc:sldMkLst>
        <pc:spChg chg="del">
          <ac:chgData name="문용권" userId="f4576892-5165-4ec3-8fee-308c2258f490" providerId="ADAL" clId="{48EE271F-132B-466C-AFE0-91C7CB419FB5}" dt="2025-11-30T21:32:44.931" v="27322" actId="478"/>
          <ac:spMkLst>
            <pc:docMk/>
            <pc:sldMk cId="873375992" sldId="822"/>
            <ac:spMk id="2" creationId="{DA08ED77-D683-9A54-8E0E-77A3557B7783}"/>
          </ac:spMkLst>
        </pc:spChg>
        <pc:spChg chg="del">
          <ac:chgData name="문용권" userId="f4576892-5165-4ec3-8fee-308c2258f490" providerId="ADAL" clId="{48EE271F-132B-466C-AFE0-91C7CB419FB5}" dt="2025-11-30T21:32:40.334" v="27320" actId="478"/>
          <ac:spMkLst>
            <pc:docMk/>
            <pc:sldMk cId="873375992" sldId="822"/>
            <ac:spMk id="3" creationId="{8AE8D806-BE4A-4503-73C1-7A6FE408A760}"/>
          </ac:spMkLst>
        </pc:spChg>
        <pc:spChg chg="del">
          <ac:chgData name="문용권" userId="f4576892-5165-4ec3-8fee-308c2258f490" providerId="ADAL" clId="{48EE271F-132B-466C-AFE0-91C7CB419FB5}" dt="2025-11-30T21:32:42.094" v="27321" actId="478"/>
          <ac:spMkLst>
            <pc:docMk/>
            <pc:sldMk cId="873375992" sldId="822"/>
            <ac:spMk id="4" creationId="{E3F47F13-EE79-34DF-AF84-1CB42D842E6B}"/>
          </ac:spMkLst>
        </pc:spChg>
        <pc:graphicFrameChg chg="add mod modGraphic">
          <ac:chgData name="문용권" userId="f4576892-5165-4ec3-8fee-308c2258f490" providerId="ADAL" clId="{48EE271F-132B-466C-AFE0-91C7CB419FB5}" dt="2025-11-30T21:37:30.538" v="27333" actId="1076"/>
          <ac:graphicFrameMkLst>
            <pc:docMk/>
            <pc:sldMk cId="873375992" sldId="822"/>
            <ac:graphicFrameMk id="6" creationId="{C27C7B6E-32DC-542D-DC77-A9C6F516941C}"/>
          </ac:graphicFrameMkLst>
        </pc:graphicFrameChg>
        <pc:graphicFrameChg chg="add del mod modGraphic">
          <ac:chgData name="문용권" userId="f4576892-5165-4ec3-8fee-308c2258f490" providerId="ADAL" clId="{48EE271F-132B-466C-AFE0-91C7CB419FB5}" dt="2025-11-30T21:38:39.010" v="27351" actId="478"/>
          <ac:graphicFrameMkLst>
            <pc:docMk/>
            <pc:sldMk cId="873375992" sldId="822"/>
            <ac:graphicFrameMk id="7" creationId="{1E0BEB04-99AA-B3D9-6A0A-E113360D4DD0}"/>
          </ac:graphicFrameMkLst>
        </pc:graphicFrameChg>
        <pc:picChg chg="add mod ord modCrop">
          <ac:chgData name="문용권" userId="f4576892-5165-4ec3-8fee-308c2258f490" providerId="ADAL" clId="{48EE271F-132B-466C-AFE0-91C7CB419FB5}" dt="2025-11-30T21:40:28.693" v="27368" actId="732"/>
          <ac:picMkLst>
            <pc:docMk/>
            <pc:sldMk cId="873375992" sldId="822"/>
            <ac:picMk id="5" creationId="{F02654CC-B3A4-1845-5444-0E25C2464166}"/>
          </ac:picMkLst>
        </pc:picChg>
        <pc:picChg chg="add mod">
          <ac:chgData name="문용권" userId="f4576892-5165-4ec3-8fee-308c2258f490" providerId="ADAL" clId="{48EE271F-132B-466C-AFE0-91C7CB419FB5}" dt="2025-11-30T21:40:34.273" v="27369" actId="1076"/>
          <ac:picMkLst>
            <pc:docMk/>
            <pc:sldMk cId="873375992" sldId="822"/>
            <ac:picMk id="9" creationId="{383ED94C-063D-BBB1-1998-C2A92439D688}"/>
          </ac:picMkLst>
        </pc:picChg>
        <pc:cxnChg chg="add mod">
          <ac:chgData name="문용권" userId="f4576892-5165-4ec3-8fee-308c2258f490" providerId="ADAL" clId="{48EE271F-132B-466C-AFE0-91C7CB419FB5}" dt="2025-11-30T21:42:46.338" v="27381"/>
          <ac:cxnSpMkLst>
            <pc:docMk/>
            <pc:sldMk cId="873375992" sldId="822"/>
            <ac:cxnSpMk id="10" creationId="{82BBF09F-9920-C7AD-E213-453C2D0FD579}"/>
          </ac:cxnSpMkLst>
        </pc:cxnChg>
        <pc:cxnChg chg="add mod">
          <ac:chgData name="문용권" userId="f4576892-5165-4ec3-8fee-308c2258f490" providerId="ADAL" clId="{48EE271F-132B-466C-AFE0-91C7CB419FB5}" dt="2025-11-30T21:44:18.235" v="27394" actId="1037"/>
          <ac:cxnSpMkLst>
            <pc:docMk/>
            <pc:sldMk cId="873375992" sldId="822"/>
            <ac:cxnSpMk id="11" creationId="{6E75B724-BB91-4B65-42FA-BD0F8ADD6E7C}"/>
          </ac:cxnSpMkLst>
        </pc:cxnChg>
      </pc:sldChg>
      <pc:sldChg chg="add del">
        <pc:chgData name="문용권" userId="f4576892-5165-4ec3-8fee-308c2258f490" providerId="ADAL" clId="{48EE271F-132B-466C-AFE0-91C7CB419FB5}" dt="2025-11-30T21:40:37.064" v="27370" actId="47"/>
        <pc:sldMkLst>
          <pc:docMk/>
          <pc:sldMk cId="394504994" sldId="823"/>
        </pc:sldMkLst>
      </pc:sldChg>
      <pc:sldChg chg="addSp modSp new del mod">
        <pc:chgData name="문용권" userId="f4576892-5165-4ec3-8fee-308c2258f490" providerId="ADAL" clId="{48EE271F-132B-466C-AFE0-91C7CB419FB5}" dt="2025-11-30T21:39:42.098" v="27362" actId="47"/>
        <pc:sldMkLst>
          <pc:docMk/>
          <pc:sldMk cId="595993314" sldId="823"/>
        </pc:sldMkLst>
        <pc:graphicFrameChg chg="add mod">
          <ac:chgData name="문용권" userId="f4576892-5165-4ec3-8fee-308c2258f490" providerId="ADAL" clId="{48EE271F-132B-466C-AFE0-91C7CB419FB5}" dt="2025-11-30T21:38:32.486" v="27350" actId="1076"/>
          <ac:graphicFrameMkLst>
            <pc:docMk/>
            <pc:sldMk cId="595993314" sldId="823"/>
            <ac:graphicFrameMk id="2" creationId="{72A57BD4-E48E-2144-3FB9-73B9210A0D34}"/>
          </ac:graphicFrameMkLst>
        </pc:graphicFrameChg>
      </pc:sldChg>
      <pc:sldChg chg="addSp modSp add del mod modAnim">
        <pc:chgData name="문용권" userId="f4576892-5165-4ec3-8fee-308c2258f490" providerId="ADAL" clId="{48EE271F-132B-466C-AFE0-91C7CB419FB5}" dt="2025-11-30T21:44:50.241" v="27396" actId="47"/>
        <pc:sldMkLst>
          <pc:docMk/>
          <pc:sldMk cId="648011580" sldId="823"/>
        </pc:sldMkLst>
        <pc:cxnChg chg="add mod">
          <ac:chgData name="문용권" userId="f4576892-5165-4ec3-8fee-308c2258f490" providerId="ADAL" clId="{48EE271F-132B-466C-AFE0-91C7CB419FB5}" dt="2025-11-30T21:40:58.286" v="27379" actId="1037"/>
          <ac:cxnSpMkLst>
            <pc:docMk/>
            <pc:sldMk cId="648011580" sldId="823"/>
            <ac:cxnSpMk id="2" creationId="{3859E3B7-E748-8C3F-1460-D53B8CB76A88}"/>
          </ac:cxnSpMkLst>
        </pc:cxnChg>
      </pc:sldChg>
      <pc:sldChg chg="addSp delSp modSp add mod ord addAnim delAnim modAnim">
        <pc:chgData name="문용권" userId="f4576892-5165-4ec3-8fee-308c2258f490" providerId="ADAL" clId="{48EE271F-132B-466C-AFE0-91C7CB419FB5}" dt="2025-11-30T22:02:09.197" v="27550"/>
        <pc:sldMkLst>
          <pc:docMk/>
          <pc:sldMk cId="1664177764" sldId="823"/>
        </pc:sldMkLst>
        <pc:grpChg chg="add del mod">
          <ac:chgData name="문용권" userId="f4576892-5165-4ec3-8fee-308c2258f490" providerId="ADAL" clId="{48EE271F-132B-466C-AFE0-91C7CB419FB5}" dt="2025-11-30T21:46:52.567" v="27422" actId="165"/>
          <ac:grpSpMkLst>
            <pc:docMk/>
            <pc:sldMk cId="1664177764" sldId="823"/>
            <ac:grpSpMk id="2" creationId="{7EC07EAF-6EF4-B83E-3906-407C53C826B8}"/>
          </ac:grpSpMkLst>
        </pc:grpChg>
        <pc:graphicFrameChg chg="mod topLvl modGraphic">
          <ac:chgData name="문용권" userId="f4576892-5165-4ec3-8fee-308c2258f490" providerId="ADAL" clId="{48EE271F-132B-466C-AFE0-91C7CB419FB5}" dt="2025-11-30T21:52:00.886" v="27465" actId="1076"/>
          <ac:graphicFrameMkLst>
            <pc:docMk/>
            <pc:sldMk cId="1664177764" sldId="823"/>
            <ac:graphicFrameMk id="6" creationId="{2F93A302-4BCD-D441-EAD9-5EEBCE149BC0}"/>
          </ac:graphicFrameMkLst>
        </pc:graphicFrameChg>
        <pc:picChg chg="add del mod">
          <ac:chgData name="문용권" userId="f4576892-5165-4ec3-8fee-308c2258f490" providerId="ADAL" clId="{48EE271F-132B-466C-AFE0-91C7CB419FB5}" dt="2025-11-30T21:45:28.490" v="27409" actId="478"/>
          <ac:picMkLst>
            <pc:docMk/>
            <pc:sldMk cId="1664177764" sldId="823"/>
            <ac:picMk id="4" creationId="{96778AA5-8838-9140-3EE7-C751D3F8F05F}"/>
          </ac:picMkLst>
        </pc:picChg>
        <pc:picChg chg="mod topLvl">
          <ac:chgData name="문용권" userId="f4576892-5165-4ec3-8fee-308c2258f490" providerId="ADAL" clId="{48EE271F-132B-466C-AFE0-91C7CB419FB5}" dt="2025-11-30T21:46:52.567" v="27422" actId="165"/>
          <ac:picMkLst>
            <pc:docMk/>
            <pc:sldMk cId="1664177764" sldId="823"/>
            <ac:picMk id="5" creationId="{13A8FB61-71FD-8B04-51BF-588EC5878A22}"/>
          </ac:picMkLst>
        </pc:picChg>
        <pc:picChg chg="add mod">
          <ac:chgData name="문용권" userId="f4576892-5165-4ec3-8fee-308c2258f490" providerId="ADAL" clId="{48EE271F-132B-466C-AFE0-91C7CB419FB5}" dt="2025-11-30T21:45:47.829" v="27414" actId="1076"/>
          <ac:picMkLst>
            <pc:docMk/>
            <pc:sldMk cId="1664177764" sldId="823"/>
            <ac:picMk id="7" creationId="{E503A9EC-BF15-11D4-20A5-BA2104830F3F}"/>
          </ac:picMkLst>
        </pc:picChg>
        <pc:picChg chg="mod topLvl">
          <ac:chgData name="문용권" userId="f4576892-5165-4ec3-8fee-308c2258f490" providerId="ADAL" clId="{48EE271F-132B-466C-AFE0-91C7CB419FB5}" dt="2025-11-30T21:46:52.567" v="27422" actId="165"/>
          <ac:picMkLst>
            <pc:docMk/>
            <pc:sldMk cId="1664177764" sldId="823"/>
            <ac:picMk id="9" creationId="{188E01EE-E608-EA17-4001-AD71AD256C66}"/>
          </ac:picMkLst>
        </pc:picChg>
        <pc:cxnChg chg="add del mod topLvl">
          <ac:chgData name="문용권" userId="f4576892-5165-4ec3-8fee-308c2258f490" providerId="ADAL" clId="{48EE271F-132B-466C-AFE0-91C7CB419FB5}" dt="2025-11-30T21:58:10.891" v="27525" actId="14100"/>
          <ac:cxnSpMkLst>
            <pc:docMk/>
            <pc:sldMk cId="1664177764" sldId="823"/>
            <ac:cxnSpMk id="10" creationId="{D9A93E74-5D06-4299-E34F-36F924C3F004}"/>
          </ac:cxnSpMkLst>
        </pc:cxnChg>
        <pc:cxnChg chg="add del mod topLvl">
          <ac:chgData name="문용권" userId="f4576892-5165-4ec3-8fee-308c2258f490" providerId="ADAL" clId="{48EE271F-132B-466C-AFE0-91C7CB419FB5}" dt="2025-11-30T21:59:27.498" v="27537" actId="14100"/>
          <ac:cxnSpMkLst>
            <pc:docMk/>
            <pc:sldMk cId="1664177764" sldId="823"/>
            <ac:cxnSpMk id="11" creationId="{0C64C0AE-B432-FCC2-CF36-BD8912818E16}"/>
          </ac:cxnSpMkLst>
        </pc:cxnChg>
      </pc:sldChg>
      <pc:sldChg chg="add">
        <pc:chgData name="문용권" userId="f4576892-5165-4ec3-8fee-308c2258f490" providerId="ADAL" clId="{48EE271F-132B-466C-AFE0-91C7CB419FB5}" dt="2025-11-30T21:57:50.350" v="27523"/>
        <pc:sldMkLst>
          <pc:docMk/>
          <pc:sldMk cId="1635908969" sldId="824"/>
        </pc:sldMkLst>
      </pc:sldChg>
      <pc:sldChg chg="add del">
        <pc:chgData name="문용권" userId="f4576892-5165-4ec3-8fee-308c2258f490" providerId="ADAL" clId="{48EE271F-132B-466C-AFE0-91C7CB419FB5}" dt="2025-11-30T21:46:19.229" v="27416" actId="2890"/>
        <pc:sldMkLst>
          <pc:docMk/>
          <pc:sldMk cId="2015997243" sldId="824"/>
        </pc:sldMkLst>
      </pc:sldChg>
      <pc:sldChg chg="delSp modSp add del mod">
        <pc:chgData name="문용권" userId="f4576892-5165-4ec3-8fee-308c2258f490" providerId="ADAL" clId="{48EE271F-132B-466C-AFE0-91C7CB419FB5}" dt="2025-11-30T21:57:45.130" v="27522" actId="47"/>
        <pc:sldMkLst>
          <pc:docMk/>
          <pc:sldMk cId="3520781618" sldId="824"/>
        </pc:sldMkLst>
        <pc:grpChg chg="del mod">
          <ac:chgData name="문용권" userId="f4576892-5165-4ec3-8fee-308c2258f490" providerId="ADAL" clId="{48EE271F-132B-466C-AFE0-91C7CB419FB5}" dt="2025-11-30T21:46:54.832" v="27423" actId="165"/>
          <ac:grpSpMkLst>
            <pc:docMk/>
            <pc:sldMk cId="3520781618" sldId="824"/>
            <ac:grpSpMk id="2" creationId="{62E86F54-054A-0B1E-9FFD-079298EDB65C}"/>
          </ac:grpSpMkLst>
        </pc:grpChg>
        <pc:graphicFrameChg chg="mod topLvl">
          <ac:chgData name="문용권" userId="f4576892-5165-4ec3-8fee-308c2258f490" providerId="ADAL" clId="{48EE271F-132B-466C-AFE0-91C7CB419FB5}" dt="2025-11-30T21:46:54.832" v="27423" actId="165"/>
          <ac:graphicFrameMkLst>
            <pc:docMk/>
            <pc:sldMk cId="3520781618" sldId="824"/>
            <ac:graphicFrameMk id="6" creationId="{2C737A0A-4805-0E58-B48D-2A89CA747975}"/>
          </ac:graphicFrameMkLst>
        </pc:graphicFrameChg>
        <pc:picChg chg="mod topLvl">
          <ac:chgData name="문용권" userId="f4576892-5165-4ec3-8fee-308c2258f490" providerId="ADAL" clId="{48EE271F-132B-466C-AFE0-91C7CB419FB5}" dt="2025-11-30T21:46:54.832" v="27423" actId="165"/>
          <ac:picMkLst>
            <pc:docMk/>
            <pc:sldMk cId="3520781618" sldId="824"/>
            <ac:picMk id="5" creationId="{48AB8CA9-3C00-4C16-00A5-E9832E307653}"/>
          </ac:picMkLst>
        </pc:picChg>
        <pc:picChg chg="mod topLvl">
          <ac:chgData name="문용권" userId="f4576892-5165-4ec3-8fee-308c2258f490" providerId="ADAL" clId="{48EE271F-132B-466C-AFE0-91C7CB419FB5}" dt="2025-11-30T21:46:54.832" v="27423" actId="165"/>
          <ac:picMkLst>
            <pc:docMk/>
            <pc:sldMk cId="3520781618" sldId="824"/>
            <ac:picMk id="9" creationId="{965DDD4F-99E6-D536-D78F-9F1D7B9E8427}"/>
          </ac:picMkLst>
        </pc:picChg>
        <pc:cxnChg chg="mod topLvl">
          <ac:chgData name="문용권" userId="f4576892-5165-4ec3-8fee-308c2258f490" providerId="ADAL" clId="{48EE271F-132B-466C-AFE0-91C7CB419FB5}" dt="2025-11-30T21:46:54.832" v="27423" actId="165"/>
          <ac:cxnSpMkLst>
            <pc:docMk/>
            <pc:sldMk cId="3520781618" sldId="824"/>
            <ac:cxnSpMk id="10" creationId="{B6D85346-FA4B-3A62-C208-52872E6D6809}"/>
          </ac:cxnSpMkLst>
        </pc:cxnChg>
        <pc:cxnChg chg="mod topLvl">
          <ac:chgData name="문용권" userId="f4576892-5165-4ec3-8fee-308c2258f490" providerId="ADAL" clId="{48EE271F-132B-466C-AFE0-91C7CB419FB5}" dt="2025-11-30T21:46:54.832" v="27423" actId="165"/>
          <ac:cxnSpMkLst>
            <pc:docMk/>
            <pc:sldMk cId="3520781618" sldId="824"/>
            <ac:cxnSpMk id="11" creationId="{4D81F62C-3DE0-01DB-2E50-359CC8E26718}"/>
          </ac:cxnSpMkLst>
        </pc:cxnChg>
      </pc:sldChg>
      <pc:sldChg chg="add modAnim">
        <pc:chgData name="문용권" userId="f4576892-5165-4ec3-8fee-308c2258f490" providerId="ADAL" clId="{48EE271F-132B-466C-AFE0-91C7CB419FB5}" dt="2025-11-30T22:01:39.311" v="27548"/>
        <pc:sldMkLst>
          <pc:docMk/>
          <pc:sldMk cId="3768929306" sldId="825"/>
        </pc:sldMkLst>
      </pc:sldChg>
      <pc:sldChg chg="addSp modSp new mod">
        <pc:chgData name="문용권" userId="f4576892-5165-4ec3-8fee-308c2258f490" providerId="ADAL" clId="{48EE271F-132B-466C-AFE0-91C7CB419FB5}" dt="2025-11-30T22:03:40.342" v="27625" actId="1076"/>
        <pc:sldMkLst>
          <pc:docMk/>
          <pc:sldMk cId="550372408" sldId="826"/>
        </pc:sldMkLst>
        <pc:spChg chg="add mod">
          <ac:chgData name="문용권" userId="f4576892-5165-4ec3-8fee-308c2258f490" providerId="ADAL" clId="{48EE271F-132B-466C-AFE0-91C7CB419FB5}" dt="2025-11-30T22:03:40.342" v="27625" actId="1076"/>
          <ac:spMkLst>
            <pc:docMk/>
            <pc:sldMk cId="550372408" sldId="826"/>
            <ac:spMk id="2" creationId="{B31FEF93-B65D-8E60-A000-C155B7144083}"/>
          </ac:spMkLst>
        </pc:spChg>
      </pc:sldChg>
      <pc:sldChg chg="addSp delSp modSp add mod ord modAnim">
        <pc:chgData name="문용권" userId="f4576892-5165-4ec3-8fee-308c2258f490" providerId="ADAL" clId="{48EE271F-132B-466C-AFE0-91C7CB419FB5}" dt="2025-11-30T22:05:38.658" v="27659" actId="165"/>
        <pc:sldMkLst>
          <pc:docMk/>
          <pc:sldMk cId="2581101480" sldId="827"/>
        </pc:sldMkLst>
        <pc:grpChg chg="add del mod">
          <ac:chgData name="문용권" userId="f4576892-5165-4ec3-8fee-308c2258f490" providerId="ADAL" clId="{48EE271F-132B-466C-AFE0-91C7CB419FB5}" dt="2025-11-30T22:05:38.658" v="27659" actId="165"/>
          <ac:grpSpMkLst>
            <pc:docMk/>
            <pc:sldMk cId="2581101480" sldId="827"/>
            <ac:grpSpMk id="2" creationId="{D8C7A701-73A0-6107-24EF-5AE6ECFA648D}"/>
          </ac:grpSpMkLst>
        </pc:grpChg>
        <pc:grpChg chg="add del mod">
          <ac:chgData name="문용권" userId="f4576892-5165-4ec3-8fee-308c2258f490" providerId="ADAL" clId="{48EE271F-132B-466C-AFE0-91C7CB419FB5}" dt="2025-11-30T22:05:37.515" v="27658" actId="165"/>
          <ac:grpSpMkLst>
            <pc:docMk/>
            <pc:sldMk cId="2581101480" sldId="827"/>
            <ac:grpSpMk id="14" creationId="{3E5C355D-1BCA-A3F9-A17E-7699CEF3EB9B}"/>
          </ac:grpSpMkLst>
        </pc:grpChg>
        <pc:graphicFrameChg chg="add mod topLvl">
          <ac:chgData name="문용권" userId="f4576892-5165-4ec3-8fee-308c2258f490" providerId="ADAL" clId="{48EE271F-132B-466C-AFE0-91C7CB419FB5}" dt="2025-11-30T22:05:37.515" v="27658" actId="165"/>
          <ac:graphicFrameMkLst>
            <pc:docMk/>
            <pc:sldMk cId="2581101480" sldId="827"/>
            <ac:graphicFrameMk id="3" creationId="{58F0AB98-5B79-49BE-5696-35A3595E7C8C}"/>
          </ac:graphicFrameMkLst>
        </pc:graphicFrameChg>
        <pc:graphicFrameChg chg="mod topLvl">
          <ac:chgData name="문용권" userId="f4576892-5165-4ec3-8fee-308c2258f490" providerId="ADAL" clId="{48EE271F-132B-466C-AFE0-91C7CB419FB5}" dt="2025-11-30T22:05:38.658" v="27659" actId="165"/>
          <ac:graphicFrameMkLst>
            <pc:docMk/>
            <pc:sldMk cId="2581101480" sldId="827"/>
            <ac:graphicFrameMk id="6" creationId="{2B352DDE-0CCE-35B2-A724-C8BA9A71201B}"/>
          </ac:graphicFrameMkLst>
        </pc:graphicFrameChg>
        <pc:picChg chg="add mod topLvl">
          <ac:chgData name="문용권" userId="f4576892-5165-4ec3-8fee-308c2258f490" providerId="ADAL" clId="{48EE271F-132B-466C-AFE0-91C7CB419FB5}" dt="2025-11-30T22:05:37.515" v="27658" actId="165"/>
          <ac:picMkLst>
            <pc:docMk/>
            <pc:sldMk cId="2581101480" sldId="827"/>
            <ac:picMk id="4" creationId="{1AA58F9F-8566-A3AC-15CB-CC3CA8343FB7}"/>
          </ac:picMkLst>
        </pc:picChg>
        <pc:picChg chg="mod topLvl">
          <ac:chgData name="문용권" userId="f4576892-5165-4ec3-8fee-308c2258f490" providerId="ADAL" clId="{48EE271F-132B-466C-AFE0-91C7CB419FB5}" dt="2025-11-30T22:05:38.658" v="27659" actId="165"/>
          <ac:picMkLst>
            <pc:docMk/>
            <pc:sldMk cId="2581101480" sldId="827"/>
            <ac:picMk id="5" creationId="{6E087D85-AC77-5F01-B953-C1824D4149D6}"/>
          </ac:picMkLst>
        </pc:picChg>
        <pc:picChg chg="mod topLvl">
          <ac:chgData name="문용권" userId="f4576892-5165-4ec3-8fee-308c2258f490" providerId="ADAL" clId="{48EE271F-132B-466C-AFE0-91C7CB419FB5}" dt="2025-11-30T22:05:38.658" v="27659" actId="165"/>
          <ac:picMkLst>
            <pc:docMk/>
            <pc:sldMk cId="2581101480" sldId="827"/>
            <ac:picMk id="7" creationId="{984B1D4A-F388-A4A6-02B7-7777BB1AC1CF}"/>
          </ac:picMkLst>
        </pc:picChg>
        <pc:picChg chg="add mod topLvl">
          <ac:chgData name="문용권" userId="f4576892-5165-4ec3-8fee-308c2258f490" providerId="ADAL" clId="{48EE271F-132B-466C-AFE0-91C7CB419FB5}" dt="2025-11-30T22:05:37.515" v="27658" actId="165"/>
          <ac:picMkLst>
            <pc:docMk/>
            <pc:sldMk cId="2581101480" sldId="827"/>
            <ac:picMk id="8" creationId="{6ACBD169-8291-0148-DE42-0756016506A8}"/>
          </ac:picMkLst>
        </pc:picChg>
        <pc:picChg chg="mod topLvl">
          <ac:chgData name="문용권" userId="f4576892-5165-4ec3-8fee-308c2258f490" providerId="ADAL" clId="{48EE271F-132B-466C-AFE0-91C7CB419FB5}" dt="2025-11-30T22:05:38.658" v="27659" actId="165"/>
          <ac:picMkLst>
            <pc:docMk/>
            <pc:sldMk cId="2581101480" sldId="827"/>
            <ac:picMk id="9" creationId="{8C84958A-7582-4714-20FF-AF201C4B9421}"/>
          </ac:picMkLst>
        </pc:picChg>
        <pc:cxnChg chg="mod topLvl">
          <ac:chgData name="문용권" userId="f4576892-5165-4ec3-8fee-308c2258f490" providerId="ADAL" clId="{48EE271F-132B-466C-AFE0-91C7CB419FB5}" dt="2025-11-30T22:05:38.658" v="27659" actId="165"/>
          <ac:cxnSpMkLst>
            <pc:docMk/>
            <pc:sldMk cId="2581101480" sldId="827"/>
            <ac:cxnSpMk id="10" creationId="{31CE7C51-6EB9-330A-94F2-D8E47B319652}"/>
          </ac:cxnSpMkLst>
        </pc:cxnChg>
        <pc:cxnChg chg="mod topLvl">
          <ac:chgData name="문용권" userId="f4576892-5165-4ec3-8fee-308c2258f490" providerId="ADAL" clId="{48EE271F-132B-466C-AFE0-91C7CB419FB5}" dt="2025-11-30T22:05:38.658" v="27659" actId="165"/>
          <ac:cxnSpMkLst>
            <pc:docMk/>
            <pc:sldMk cId="2581101480" sldId="827"/>
            <ac:cxnSpMk id="11" creationId="{0B57EF69-F508-ADED-B7A9-C4FC78CAAEC1}"/>
          </ac:cxnSpMkLst>
        </pc:cxnChg>
        <pc:cxnChg chg="add mod topLvl">
          <ac:chgData name="문용권" userId="f4576892-5165-4ec3-8fee-308c2258f490" providerId="ADAL" clId="{48EE271F-132B-466C-AFE0-91C7CB419FB5}" dt="2025-11-30T22:05:37.515" v="27658" actId="165"/>
          <ac:cxnSpMkLst>
            <pc:docMk/>
            <pc:sldMk cId="2581101480" sldId="827"/>
            <ac:cxnSpMk id="12" creationId="{DCECCA84-60EB-CEFA-9BF7-4AF5CD03F04A}"/>
          </ac:cxnSpMkLst>
        </pc:cxnChg>
        <pc:cxnChg chg="add mod topLvl">
          <ac:chgData name="문용권" userId="f4576892-5165-4ec3-8fee-308c2258f490" providerId="ADAL" clId="{48EE271F-132B-466C-AFE0-91C7CB419FB5}" dt="2025-11-30T22:05:37.515" v="27658" actId="165"/>
          <ac:cxnSpMkLst>
            <pc:docMk/>
            <pc:sldMk cId="2581101480" sldId="827"/>
            <ac:cxnSpMk id="13" creationId="{F889EAAF-FF17-C42F-9C5E-97CEBF9C856B}"/>
          </ac:cxnSpMkLst>
        </pc:cxnChg>
      </pc:sldChg>
      <pc:sldChg chg="delSp modSp add mod">
        <pc:chgData name="문용권" userId="f4576892-5165-4ec3-8fee-308c2258f490" providerId="ADAL" clId="{48EE271F-132B-466C-AFE0-91C7CB419FB5}" dt="2025-11-30T22:07:31.043" v="27904" actId="1076"/>
        <pc:sldMkLst>
          <pc:docMk/>
          <pc:sldMk cId="2495044764" sldId="828"/>
        </pc:sldMkLst>
        <pc:graphicFrameChg chg="del">
          <ac:chgData name="문용권" userId="f4576892-5165-4ec3-8fee-308c2258f490" providerId="ADAL" clId="{48EE271F-132B-466C-AFE0-91C7CB419FB5}" dt="2025-11-30T22:05:44.785" v="27661" actId="478"/>
          <ac:graphicFrameMkLst>
            <pc:docMk/>
            <pc:sldMk cId="2495044764" sldId="828"/>
            <ac:graphicFrameMk id="3" creationId="{CFA314D8-E5C2-1939-4B4A-39A1E8F4A51F}"/>
          </ac:graphicFrameMkLst>
        </pc:graphicFrameChg>
        <pc:graphicFrameChg chg="del">
          <ac:chgData name="문용권" userId="f4576892-5165-4ec3-8fee-308c2258f490" providerId="ADAL" clId="{48EE271F-132B-466C-AFE0-91C7CB419FB5}" dt="2025-11-30T22:05:48.298" v="27665" actId="478"/>
          <ac:graphicFrameMkLst>
            <pc:docMk/>
            <pc:sldMk cId="2495044764" sldId="828"/>
            <ac:graphicFrameMk id="6" creationId="{9F5096BA-43F6-416B-5EB9-F9B2B63F1E14}"/>
          </ac:graphicFrameMkLst>
        </pc:graphicFrameChg>
        <pc:picChg chg="del">
          <ac:chgData name="문용권" userId="f4576892-5165-4ec3-8fee-308c2258f490" providerId="ADAL" clId="{48EE271F-132B-466C-AFE0-91C7CB419FB5}" dt="2025-11-30T22:05:46.850" v="27663" actId="478"/>
          <ac:picMkLst>
            <pc:docMk/>
            <pc:sldMk cId="2495044764" sldId="828"/>
            <ac:picMk id="4" creationId="{4F17740E-8C78-0C16-BA3F-05E1B9C248BA}"/>
          </ac:picMkLst>
        </pc:picChg>
        <pc:picChg chg="del">
          <ac:chgData name="문용권" userId="f4576892-5165-4ec3-8fee-308c2258f490" providerId="ADAL" clId="{48EE271F-132B-466C-AFE0-91C7CB419FB5}" dt="2025-11-30T22:05:49.873" v="27667" actId="478"/>
          <ac:picMkLst>
            <pc:docMk/>
            <pc:sldMk cId="2495044764" sldId="828"/>
            <ac:picMk id="5" creationId="{914F21DB-8AD6-2CB2-89EE-8F19219FABD4}"/>
          </ac:picMkLst>
        </pc:picChg>
        <pc:picChg chg="del">
          <ac:chgData name="문용권" userId="f4576892-5165-4ec3-8fee-308c2258f490" providerId="ADAL" clId="{48EE271F-132B-466C-AFE0-91C7CB419FB5}" dt="2025-11-30T22:05:47.280" v="27664" actId="478"/>
          <ac:picMkLst>
            <pc:docMk/>
            <pc:sldMk cId="2495044764" sldId="828"/>
            <ac:picMk id="7" creationId="{D1EB69FE-1154-ACE6-C8A8-845C17A823AB}"/>
          </ac:picMkLst>
        </pc:picChg>
        <pc:picChg chg="del">
          <ac:chgData name="문용권" userId="f4576892-5165-4ec3-8fee-308c2258f490" providerId="ADAL" clId="{48EE271F-132B-466C-AFE0-91C7CB419FB5}" dt="2025-11-30T22:05:45.616" v="27662" actId="478"/>
          <ac:picMkLst>
            <pc:docMk/>
            <pc:sldMk cId="2495044764" sldId="828"/>
            <ac:picMk id="8" creationId="{C6E9F2C6-4A94-C7FA-B42D-A432032DEB9B}"/>
          </ac:picMkLst>
        </pc:picChg>
        <pc:picChg chg="del">
          <ac:chgData name="문용권" userId="f4576892-5165-4ec3-8fee-308c2258f490" providerId="ADAL" clId="{48EE271F-132B-466C-AFE0-91C7CB419FB5}" dt="2025-11-30T22:05:48.968" v="27666" actId="478"/>
          <ac:picMkLst>
            <pc:docMk/>
            <pc:sldMk cId="2495044764" sldId="828"/>
            <ac:picMk id="9" creationId="{E5B6FAF7-303C-0008-C48E-4332BCEF2B3F}"/>
          </ac:picMkLst>
        </pc:picChg>
        <pc:cxnChg chg="mod">
          <ac:chgData name="문용권" userId="f4576892-5165-4ec3-8fee-308c2258f490" providerId="ADAL" clId="{48EE271F-132B-466C-AFE0-91C7CB419FB5}" dt="2025-11-30T22:07:31.043" v="27904" actId="1076"/>
          <ac:cxnSpMkLst>
            <pc:docMk/>
            <pc:sldMk cId="2495044764" sldId="828"/>
            <ac:cxnSpMk id="10" creationId="{D8BB8531-1D6B-FFA5-F088-13EA5A2EFCDA}"/>
          </ac:cxnSpMkLst>
        </pc:cxnChg>
        <pc:cxnChg chg="mod">
          <ac:chgData name="문용권" userId="f4576892-5165-4ec3-8fee-308c2258f490" providerId="ADAL" clId="{48EE271F-132B-466C-AFE0-91C7CB419FB5}" dt="2025-11-30T22:07:31.043" v="27904" actId="1076"/>
          <ac:cxnSpMkLst>
            <pc:docMk/>
            <pc:sldMk cId="2495044764" sldId="828"/>
            <ac:cxnSpMk id="11" creationId="{A5508289-638E-E3E9-785E-2EAFDAF9C23A}"/>
          </ac:cxnSpMkLst>
        </pc:cxnChg>
        <pc:cxnChg chg="mod">
          <ac:chgData name="문용권" userId="f4576892-5165-4ec3-8fee-308c2258f490" providerId="ADAL" clId="{48EE271F-132B-466C-AFE0-91C7CB419FB5}" dt="2025-11-30T22:07:31.043" v="27904" actId="1076"/>
          <ac:cxnSpMkLst>
            <pc:docMk/>
            <pc:sldMk cId="2495044764" sldId="828"/>
            <ac:cxnSpMk id="12" creationId="{542BC63E-F2D2-E2B9-E89A-03F84650F84E}"/>
          </ac:cxnSpMkLst>
        </pc:cxnChg>
        <pc:cxnChg chg="mod">
          <ac:chgData name="문용권" userId="f4576892-5165-4ec3-8fee-308c2258f490" providerId="ADAL" clId="{48EE271F-132B-466C-AFE0-91C7CB419FB5}" dt="2025-11-30T22:07:31.043" v="27904" actId="1076"/>
          <ac:cxnSpMkLst>
            <pc:docMk/>
            <pc:sldMk cId="2495044764" sldId="828"/>
            <ac:cxnSpMk id="13" creationId="{A14CA36B-CBB0-8C2C-DE8B-40AEF21A1AC4}"/>
          </ac:cxnSpMkLst>
        </pc:cxnChg>
      </pc:sldChg>
      <pc:sldChg chg="addSp modSp add mod modAnim">
        <pc:chgData name="문용권" userId="f4576892-5165-4ec3-8fee-308c2258f490" providerId="ADAL" clId="{48EE271F-132B-466C-AFE0-91C7CB419FB5}" dt="2025-11-30T22:09:31.693" v="27928"/>
        <pc:sldMkLst>
          <pc:docMk/>
          <pc:sldMk cId="2249227046" sldId="829"/>
        </pc:sldMkLst>
        <pc:spChg chg="add mod">
          <ac:chgData name="문용권" userId="f4576892-5165-4ec3-8fee-308c2258f490" providerId="ADAL" clId="{48EE271F-132B-466C-AFE0-91C7CB419FB5}" dt="2025-11-30T22:07:52.781" v="27910" actId="1076"/>
          <ac:spMkLst>
            <pc:docMk/>
            <pc:sldMk cId="2249227046" sldId="829"/>
            <ac:spMk id="2" creationId="{3D5AF851-9F91-9638-2E4B-958A8BD876DC}"/>
          </ac:spMkLst>
        </pc:spChg>
        <pc:spChg chg="add mod">
          <ac:chgData name="문용권" userId="f4576892-5165-4ec3-8fee-308c2258f490" providerId="ADAL" clId="{48EE271F-132B-466C-AFE0-91C7CB419FB5}" dt="2025-11-30T22:08:27.226" v="27914" actId="1076"/>
          <ac:spMkLst>
            <pc:docMk/>
            <pc:sldMk cId="2249227046" sldId="829"/>
            <ac:spMk id="3" creationId="{1034383E-3929-4FA8-53AF-BAED03AD3CFE}"/>
          </ac:spMkLst>
        </pc:spChg>
        <pc:spChg chg="add mod">
          <ac:chgData name="문용권" userId="f4576892-5165-4ec3-8fee-308c2258f490" providerId="ADAL" clId="{48EE271F-132B-466C-AFE0-91C7CB419FB5}" dt="2025-11-30T22:08:42.393" v="27919" actId="1076"/>
          <ac:spMkLst>
            <pc:docMk/>
            <pc:sldMk cId="2249227046" sldId="829"/>
            <ac:spMk id="4" creationId="{CC5544AD-FBAD-6787-80FB-E3F890DE6FF9}"/>
          </ac:spMkLst>
        </pc:spChg>
        <pc:spChg chg="add mod">
          <ac:chgData name="문용권" userId="f4576892-5165-4ec3-8fee-308c2258f490" providerId="ADAL" clId="{48EE271F-132B-466C-AFE0-91C7CB419FB5}" dt="2025-11-30T22:09:09.874" v="27923" actId="14100"/>
          <ac:spMkLst>
            <pc:docMk/>
            <pc:sldMk cId="2249227046" sldId="829"/>
            <ac:spMk id="5" creationId="{15ECED5B-34D5-802F-5327-4724144A166B}"/>
          </ac:spMkLst>
        </pc:spChg>
        <pc:spChg chg="add mod">
          <ac:chgData name="문용권" userId="f4576892-5165-4ec3-8fee-308c2258f490" providerId="ADAL" clId="{48EE271F-132B-466C-AFE0-91C7CB419FB5}" dt="2025-11-30T22:09:11.626" v="27924" actId="571"/>
          <ac:spMkLst>
            <pc:docMk/>
            <pc:sldMk cId="2249227046" sldId="829"/>
            <ac:spMk id="6" creationId="{F659352C-3325-6A19-4CE3-9A5305AFDC82}"/>
          </ac:spMkLst>
        </pc:spChg>
        <pc:spChg chg="add mod">
          <ac:chgData name="문용권" userId="f4576892-5165-4ec3-8fee-308c2258f490" providerId="ADAL" clId="{48EE271F-132B-466C-AFE0-91C7CB419FB5}" dt="2025-11-30T22:09:27.807" v="27927" actId="1076"/>
          <ac:spMkLst>
            <pc:docMk/>
            <pc:sldMk cId="2249227046" sldId="829"/>
            <ac:spMk id="7" creationId="{26DA64BF-F23D-F77A-172A-5A6954547156}"/>
          </ac:spMkLst>
        </pc:spChg>
      </pc:sldChg>
      <pc:sldMasterChg chg="modSldLayout">
        <pc:chgData name="문용권" userId="f4576892-5165-4ec3-8fee-308c2258f490" providerId="ADAL" clId="{48EE271F-132B-466C-AFE0-91C7CB419FB5}" dt="2025-11-16T16:47:36.964" v="18028"/>
        <pc:sldMasterMkLst>
          <pc:docMk/>
          <pc:sldMasterMk cId="0" sldId="2147483648"/>
        </pc:sldMasterMkLst>
        <pc:sldLayoutChg chg="modSp">
          <pc:chgData name="문용권" userId="f4576892-5165-4ec3-8fee-308c2258f490" providerId="ADAL" clId="{48EE271F-132B-466C-AFE0-91C7CB419FB5}" dt="2025-11-16T16:47:36.964" v="18028"/>
          <pc:sldLayoutMkLst>
            <pc:docMk/>
            <pc:sldMasterMk cId="0" sldId="2147483648"/>
            <pc:sldLayoutMk cId="0" sldId="2147483655"/>
          </pc:sldLayoutMkLst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3" creationId="{0B5C041B-95F3-4CD9-8404-4148143F747A}"/>
            </ac:spMkLst>
          </pc:spChg>
          <pc:spChg chg="mod">
            <ac:chgData name="문용권" userId="f4576892-5165-4ec3-8fee-308c2258f490" providerId="ADAL" clId="{48EE271F-132B-466C-AFE0-91C7CB419FB5}" dt="2025-11-16T09:50:28.048" v="16712"/>
            <ac:spMkLst>
              <pc:docMk/>
              <pc:sldMasterMk cId="0" sldId="2147483648"/>
              <pc:sldLayoutMk cId="0" sldId="2147483655"/>
              <ac:spMk id="4" creationId="{07D24DBF-BC94-4703-B09D-068DF019904D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5" creationId="{2FC5475B-3A53-40AF-BAA4-7D5D7FE60274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6" creationId="{BE0A6FBB-BADB-43E2-8140-3AD5B64AE62A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7" creationId="{972BF0D2-921D-4584-95CE-2450F556D9EF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8" creationId="{A3E00A6B-B326-4A45-8592-ADAFB07F5706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14" creationId="{182C1B9E-FDF1-4493-943A-B1EDC12825CA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15" creationId="{8D238E84-BF4E-46DD-BB8E-1E03B34A101B}"/>
            </ac:spMkLst>
          </pc:spChg>
          <pc:spChg chg="mod">
            <ac:chgData name="문용권" userId="f4576892-5165-4ec3-8fee-308c2258f490" providerId="ADAL" clId="{48EE271F-132B-466C-AFE0-91C7CB419FB5}" dt="2025-11-16T09:50:28.048" v="16712"/>
            <ac:spMkLst>
              <pc:docMk/>
              <pc:sldMasterMk cId="0" sldId="2147483648"/>
              <pc:sldLayoutMk cId="0" sldId="2147483655"/>
              <ac:spMk id="16" creationId="{F376694D-4B55-426E-9512-DD840DB1100A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17" creationId="{63C51771-6749-4B73-83BD-155D27BE974A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18" creationId="{202B0613-B340-4797-94E2-3BD5822736C1}"/>
            </ac:spMkLst>
          </pc:spChg>
          <pc:spChg chg="mod">
            <ac:chgData name="문용권" userId="f4576892-5165-4ec3-8fee-308c2258f490" providerId="ADAL" clId="{48EE271F-132B-466C-AFE0-91C7CB419FB5}" dt="2025-11-16T16:47:36.964" v="18028"/>
            <ac:spMkLst>
              <pc:docMk/>
              <pc:sldMasterMk cId="0" sldId="2147483648"/>
              <pc:sldLayoutMk cId="0" sldId="2147483655"/>
              <ac:spMk id="19" creationId="{3F12775B-ACBA-4595-915A-41F1F2F9362A}"/>
            </ac:spMkLst>
          </pc:spChg>
        </pc:sldLayoutChg>
      </pc:sldMasterChg>
      <pc:sldMasterChg chg="delSp new mod addSldLayout">
        <pc:chgData name="문용권" userId="f4576892-5165-4ec3-8fee-308c2258f490" providerId="ADAL" clId="{48EE271F-132B-466C-AFE0-91C7CB419FB5}" dt="2025-11-16T09:50:16.961" v="16711" actId="478"/>
        <pc:sldMasterMkLst>
          <pc:docMk/>
          <pc:sldMasterMk cId="339899750" sldId="2147483657"/>
        </pc:sldMasterMkLst>
      </pc:sldMasterChg>
    </pc:docChg>
  </pc:docChgLst>
  <pc:docChgLst>
    <pc:chgData name="문용권" userId="S::tyongkwons@godeok.sen.ms.kr::f4576892-5165-4ec3-8fee-308c2258f490" providerId="AD" clId="Web-{9A9F69F3-099B-9F7A-51C1-195442121E7A}"/>
    <pc:docChg chg="addSld modSld">
      <pc:chgData name="문용권" userId="S::tyongkwons@godeok.sen.ms.kr::f4576892-5165-4ec3-8fee-308c2258f490" providerId="AD" clId="Web-{9A9F69F3-099B-9F7A-51C1-195442121E7A}" dt="2025-11-03T01:33:38.298" v="56" actId="688"/>
      <pc:docMkLst>
        <pc:docMk/>
      </pc:docMkLst>
    </pc:docChg>
  </pc:docChgLst>
  <pc:docChgLst>
    <pc:chgData name="문용권" userId="f4576892-5165-4ec3-8fee-308c2258f490" providerId="ADAL" clId="{FB1C9D45-4D32-43F8-A85A-02216427DF21}"/>
    <pc:docChg chg="undo custSel addSld delSld modSld modMainMaster modNotesMaster">
      <pc:chgData name="문용권" userId="f4576892-5165-4ec3-8fee-308c2258f490" providerId="ADAL" clId="{FB1C9D45-4D32-43F8-A85A-02216427DF21}" dt="2025-11-16T03:12:35.100" v="1068"/>
      <pc:docMkLst>
        <pc:docMk/>
      </pc:docMkLst>
      <pc:sldMasterChg chg="modSldLayout">
        <pc:chgData name="문용권" userId="f4576892-5165-4ec3-8fee-308c2258f490" providerId="ADAL" clId="{FB1C9D45-4D32-43F8-A85A-02216427DF21}" dt="2025-11-16T03:12:35.100" v="1068"/>
        <pc:sldMasterMkLst>
          <pc:docMk/>
          <pc:sldMasterMk cId="0" sldId="2147483648"/>
        </pc:sldMasterMkLst>
        <pc:sldLayoutChg chg="modSp">
          <pc:chgData name="문용권" userId="f4576892-5165-4ec3-8fee-308c2258f490" providerId="ADAL" clId="{FB1C9D45-4D32-43F8-A85A-02216427DF21}" dt="2025-11-16T03:12:35.100" v="1068"/>
          <pc:sldLayoutMkLst>
            <pc:docMk/>
            <pc:sldMasterMk cId="0" sldId="2147483648"/>
            <pc:sldLayoutMk cId="0" sldId="2147483655"/>
          </pc:sldLayoutMkLst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3" creationId="{0B5C041B-95F3-4CD9-8404-4148143F747A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4" creationId="{07D24DBF-BC94-4703-B09D-068DF019904D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5" creationId="{2FC5475B-3A53-40AF-BAA4-7D5D7FE60274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6" creationId="{BE0A6FBB-BADB-43E2-8140-3AD5B64AE62A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7" creationId="{972BF0D2-921D-4584-95CE-2450F556D9EF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8" creationId="{A3E00A6B-B326-4A45-8592-ADAFB07F5706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2" creationId="{F849D053-D2A3-4E5F-978D-EC760604CB2F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3" creationId="{A1836F87-6CC7-4D19-A637-DD8B4BD81A63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4" creationId="{182C1B9E-FDF1-4493-943A-B1EDC12825CA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5" creationId="{8D238E84-BF4E-46DD-BB8E-1E03B34A101B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6" creationId="{F376694D-4B55-426E-9512-DD840DB1100A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7" creationId="{63C51771-6749-4B73-83BD-155D27BE974A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8" creationId="{202B0613-B340-4797-94E2-3BD5822736C1}"/>
            </ac:spMkLst>
          </pc:spChg>
          <pc:spChg chg="mod">
            <ac:chgData name="문용권" userId="f4576892-5165-4ec3-8fee-308c2258f490" providerId="ADAL" clId="{FB1C9D45-4D32-43F8-A85A-02216427DF21}" dt="2025-11-16T03:12:35.100" v="1068"/>
            <ac:spMkLst>
              <pc:docMk/>
              <pc:sldMasterMk cId="0" sldId="2147483648"/>
              <pc:sldLayoutMk cId="0" sldId="2147483655"/>
              <ac:spMk id="19" creationId="{3F12775B-ACBA-4595-915A-41F1F2F9362A}"/>
            </ac:spMkLst>
          </pc:spChg>
          <pc:grpChg chg="mod">
            <ac:chgData name="문용권" userId="f4576892-5165-4ec3-8fee-308c2258f490" providerId="ADAL" clId="{FB1C9D45-4D32-43F8-A85A-02216427DF21}" dt="2025-11-16T03:12:35.100" v="1068"/>
            <ac:grpSpMkLst>
              <pc:docMk/>
              <pc:sldMasterMk cId="0" sldId="2147483648"/>
              <pc:sldLayoutMk cId="0" sldId="2147483655"/>
              <ac:grpSpMk id="2" creationId="{AA7CB8FD-F898-4008-94A9-1B2E4EEC465A}"/>
            </ac:grpSpMkLst>
          </pc:grpChg>
          <pc:grpChg chg="mod">
            <ac:chgData name="문용권" userId="f4576892-5165-4ec3-8fee-308c2258f490" providerId="ADAL" clId="{FB1C9D45-4D32-43F8-A85A-02216427DF21}" dt="2025-11-16T03:12:35.100" v="1068"/>
            <ac:grpSpMkLst>
              <pc:docMk/>
              <pc:sldMasterMk cId="0" sldId="2147483648"/>
              <pc:sldLayoutMk cId="0" sldId="2147483655"/>
              <ac:grpSpMk id="9" creationId="{03C42E6B-5EC2-4411-90C1-C7E9979527D5}"/>
            </ac:grpSpMkLst>
          </pc:grpChg>
          <pc:grpChg chg="mod">
            <ac:chgData name="문용권" userId="f4576892-5165-4ec3-8fee-308c2258f490" providerId="ADAL" clId="{FB1C9D45-4D32-43F8-A85A-02216427DF21}" dt="2025-11-16T03:12:35.100" v="1068"/>
            <ac:grpSpMkLst>
              <pc:docMk/>
              <pc:sldMasterMk cId="0" sldId="2147483648"/>
              <pc:sldLayoutMk cId="0" sldId="2147483655"/>
              <ac:grpSpMk id="10" creationId="{4D1F4EDE-1836-48F7-B17C-9E98E211E402}"/>
            </ac:grpSpMkLst>
          </pc:grpChg>
          <pc:grpChg chg="mod">
            <ac:chgData name="문용권" userId="f4576892-5165-4ec3-8fee-308c2258f490" providerId="ADAL" clId="{FB1C9D45-4D32-43F8-A85A-02216427DF21}" dt="2025-11-16T03:12:35.100" v="1068"/>
            <ac:grpSpMkLst>
              <pc:docMk/>
              <pc:sldMasterMk cId="0" sldId="2147483648"/>
              <pc:sldLayoutMk cId="0" sldId="2147483655"/>
              <ac:grpSpMk id="11" creationId="{999B1596-EC0E-42BE-812A-B093AC4A6FBA}"/>
            </ac:grpSpMkLst>
          </pc:grpChg>
        </pc:sldLayoutChg>
      </pc:sldMasterChg>
    </pc:docChg>
  </pc:docChgLst>
  <pc:docChgLst>
    <pc:chgData name="문용권" userId="f4576892-5165-4ec3-8fee-308c2258f490" providerId="ADAL" clId="{2C2A3F98-7B61-4695-B247-E60684CC8DBA}"/>
    <pc:docChg chg="undo custSel addSld delSld modSld">
      <pc:chgData name="문용권" userId="f4576892-5165-4ec3-8fee-308c2258f490" providerId="ADAL" clId="{2C2A3F98-7B61-4695-B247-E60684CC8DBA}" dt="2026-09-14T06:29:12.819" v="325" actId="1076"/>
      <pc:docMkLst>
        <pc:docMk/>
      </pc:docMkLst>
      <pc:sldChg chg="add">
        <pc:chgData name="문용권" userId="f4576892-5165-4ec3-8fee-308c2258f490" providerId="ADAL" clId="{2C2A3F98-7B61-4695-B247-E60684CC8DBA}" dt="2026-09-14T05:02:00.617" v="209"/>
        <pc:sldMkLst>
          <pc:docMk/>
          <pc:sldMk cId="1427048828" sldId="568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3012871759" sldId="659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2423764555" sldId="660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1012009088" sldId="661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1917775512" sldId="662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526447410" sldId="663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3734744780" sldId="664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2985875908" sldId="665"/>
        </pc:sldMkLst>
      </pc:sldChg>
      <pc:sldChg chg="add del">
        <pc:chgData name="문용권" userId="f4576892-5165-4ec3-8fee-308c2258f490" providerId="ADAL" clId="{2C2A3F98-7B61-4695-B247-E60684CC8DBA}" dt="2026-09-14T05:11:00.028" v="222" actId="47"/>
        <pc:sldMkLst>
          <pc:docMk/>
          <pc:sldMk cId="568408130" sldId="666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864228564" sldId="737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560196148" sldId="808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609341243" sldId="809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071583857" sldId="811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121798480" sldId="812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749021586" sldId="813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4243150589" sldId="814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871706556" sldId="815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176663045" sldId="816"/>
        </pc:sldMkLst>
      </pc:sldChg>
      <pc:sldChg chg="addSp delSp modSp mod">
        <pc:chgData name="문용권" userId="f4576892-5165-4ec3-8fee-308c2258f490" providerId="ADAL" clId="{2C2A3F98-7B61-4695-B247-E60684CC8DBA}" dt="2026-09-14T04:54:50.649" v="105" actId="404"/>
        <pc:sldMkLst>
          <pc:docMk/>
          <pc:sldMk cId="2530830877" sldId="817"/>
        </pc:sldMkLst>
        <pc:spChg chg="del">
          <ac:chgData name="문용권" userId="f4576892-5165-4ec3-8fee-308c2258f490" providerId="ADAL" clId="{2C2A3F98-7B61-4695-B247-E60684CC8DBA}" dt="2026-09-14T04:51:54.799" v="0" actId="478"/>
          <ac:spMkLst>
            <pc:docMk/>
            <pc:sldMk cId="2530830877" sldId="817"/>
            <ac:spMk id="2" creationId="{66A936E2-ED99-4774-797E-F3941D543429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4" creationId="{C619C383-3F8A-4240-88D3-2BB97CE53DFD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6" creationId="{269EB392-3F7A-4BC8-B9B2-5A98A4063AAA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7" creationId="{D4C6D8A5-FD95-491A-90D7-594AA98E8A3F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8" creationId="{31640B23-28BE-4CED-8A5D-8FC23C105212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9" creationId="{A0850AB9-33C1-4BD0-A1A1-C51A62574817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10" creationId="{DF022CA3-6139-4428-AE68-CD27E8059D4E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11" creationId="{64CC190F-14E2-43A3-80C7-615268D48A94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12" creationId="{637EF688-8FB4-44E7-9A8C-9AC0D4265153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13" creationId="{4FFAC380-316D-456F-BCCC-EC0AC410D2C4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17" creationId="{FB04576D-0770-4D42-8A6C-FC55FE72F156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18" creationId="{4D2E5F71-CEE9-4BE3-8CDD-5DFD32585B82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19" creationId="{9847061B-9696-450A-BECA-98EFF74FB49B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20" creationId="{40336195-80D0-4221-A367-7710FDD89D82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21" creationId="{72744C7C-7E21-4DD5-BF03-CF1BFBEFD2F5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22" creationId="{48374183-ADBC-40FE-80A2-6FC5D68F04C8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23" creationId="{3A0F459C-F33B-44AD-B307-A132876BA9DB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24" creationId="{D1B683DF-4BE1-468A-B395-DCD825878040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26" creationId="{7CC33BAC-E2E3-425F-8FAA-CF63B89671C4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27" creationId="{EAFAE665-C726-4AA1-8089-1CE68AB1273C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29" creationId="{AFFCA9C5-3DB7-4274-AC48-CF77A458272A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30" creationId="{268CB101-1650-4F5E-AE2F-EEC9A9462B27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32" creationId="{2E7EEB0C-8D30-482C-8946-124A51FAFACA}"/>
          </ac:spMkLst>
        </pc:spChg>
        <pc:spChg chg="mod">
          <ac:chgData name="문용권" userId="f4576892-5165-4ec3-8fee-308c2258f490" providerId="ADAL" clId="{2C2A3F98-7B61-4695-B247-E60684CC8DBA}" dt="2026-09-14T04:52:33.336" v="2"/>
          <ac:spMkLst>
            <pc:docMk/>
            <pc:sldMk cId="2530830877" sldId="817"/>
            <ac:spMk id="33" creationId="{010BD705-9050-4C79-A648-8545C7ECE643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34" creationId="{9794A627-8D66-46AE-BC21-F9A01F12AFC5}"/>
          </ac:spMkLst>
        </pc:spChg>
        <pc:spChg chg="add del mod">
          <ac:chgData name="문용권" userId="f4576892-5165-4ec3-8fee-308c2258f490" providerId="ADAL" clId="{2C2A3F98-7B61-4695-B247-E60684CC8DBA}" dt="2026-09-14T04:52:36.669" v="3"/>
          <ac:spMkLst>
            <pc:docMk/>
            <pc:sldMk cId="2530830877" sldId="817"/>
            <ac:spMk id="35" creationId="{31A0DBAF-21FB-4A77-AAF1-79004756B251}"/>
          </ac:spMkLst>
        </pc:spChg>
        <pc:spChg chg="add mod">
          <ac:chgData name="문용권" userId="f4576892-5165-4ec3-8fee-308c2258f490" providerId="ADAL" clId="{2C2A3F98-7B61-4695-B247-E60684CC8DBA}" dt="2026-09-14T04:54:33.996" v="88" actId="1076"/>
          <ac:spMkLst>
            <pc:docMk/>
            <pc:sldMk cId="2530830877" sldId="817"/>
            <ac:spMk id="36" creationId="{99F542BF-50B3-4A70-B61B-F3F2A916794A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38" creationId="{68BDFBA2-5011-4056-89BC-D78ADBCC8F60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39" creationId="{B5C6FF4A-BB06-4C61-9866-4EED441BAA4D}"/>
          </ac:spMkLst>
        </pc:spChg>
        <pc:spChg chg="add mod">
          <ac:chgData name="문용권" userId="f4576892-5165-4ec3-8fee-308c2258f490" providerId="ADAL" clId="{2C2A3F98-7B61-4695-B247-E60684CC8DBA}" dt="2026-09-14T04:52:44.304" v="5" actId="1076"/>
          <ac:spMkLst>
            <pc:docMk/>
            <pc:sldMk cId="2530830877" sldId="817"/>
            <ac:spMk id="40" creationId="{39FAC252-C6F8-4D0E-AB7D-D287FA7E689F}"/>
          </ac:spMkLst>
        </pc:spChg>
        <pc:spChg chg="add mod">
          <ac:chgData name="문용권" userId="f4576892-5165-4ec3-8fee-308c2258f490" providerId="ADAL" clId="{2C2A3F98-7B61-4695-B247-E60684CC8DBA}" dt="2026-09-14T04:52:44.304" v="5" actId="1076"/>
          <ac:spMkLst>
            <pc:docMk/>
            <pc:sldMk cId="2530830877" sldId="817"/>
            <ac:spMk id="41" creationId="{8256E226-9079-45DB-8317-66F47E3B09EF}"/>
          </ac:spMkLst>
        </pc:spChg>
        <pc:spChg chg="add mod">
          <ac:chgData name="문용권" userId="f4576892-5165-4ec3-8fee-308c2258f490" providerId="ADAL" clId="{2C2A3F98-7B61-4695-B247-E60684CC8DBA}" dt="2026-09-14T04:52:44.304" v="5" actId="1076"/>
          <ac:spMkLst>
            <pc:docMk/>
            <pc:sldMk cId="2530830877" sldId="817"/>
            <ac:spMk id="42" creationId="{EFD35C0E-BCAD-4CD9-9AEC-2732975BDCCD}"/>
          </ac:spMkLst>
        </pc:spChg>
        <pc:spChg chg="add mod">
          <ac:chgData name="문용권" userId="f4576892-5165-4ec3-8fee-308c2258f490" providerId="ADAL" clId="{2C2A3F98-7B61-4695-B247-E60684CC8DBA}" dt="2026-09-14T04:52:44.304" v="5" actId="1076"/>
          <ac:spMkLst>
            <pc:docMk/>
            <pc:sldMk cId="2530830877" sldId="817"/>
            <ac:spMk id="43" creationId="{638692CD-B163-4C35-9A5E-F25334028711}"/>
          </ac:spMkLst>
        </pc:spChg>
        <pc:spChg chg="add mod">
          <ac:chgData name="문용권" userId="f4576892-5165-4ec3-8fee-308c2258f490" providerId="ADAL" clId="{2C2A3F98-7B61-4695-B247-E60684CC8DBA}" dt="2026-09-14T04:54:50.649" v="105" actId="404"/>
          <ac:spMkLst>
            <pc:docMk/>
            <pc:sldMk cId="2530830877" sldId="817"/>
            <ac:spMk id="44" creationId="{2098EA21-33B4-4989-84DC-DE055FDDEF21}"/>
          </ac:spMkLst>
        </pc:spChg>
        <pc:spChg chg="add mod">
          <ac:chgData name="문용권" userId="f4576892-5165-4ec3-8fee-308c2258f490" providerId="ADAL" clId="{2C2A3F98-7B61-4695-B247-E60684CC8DBA}" dt="2026-09-14T04:54:38.313" v="93" actId="403"/>
          <ac:spMkLst>
            <pc:docMk/>
            <pc:sldMk cId="2530830877" sldId="817"/>
            <ac:spMk id="45" creationId="{5C40FA4E-398B-478E-AE55-919D8569517A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49" creationId="{CB2DC7E2-6110-48B5-93DF-24D16875F4B8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50" creationId="{3FD17A66-1FEC-4F55-8399-5F129AB59742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51" creationId="{3FF24194-966F-4459-8F7F-5282E96819E5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52" creationId="{79449A4F-5753-4D52-BE8C-362972E87E0B}"/>
          </ac:spMkLst>
        </pc:spChg>
        <pc:spChg chg="add mod">
          <ac:chgData name="문용권" userId="f4576892-5165-4ec3-8fee-308c2258f490" providerId="ADAL" clId="{2C2A3F98-7B61-4695-B247-E60684CC8DBA}" dt="2026-09-14T04:52:44.304" v="5" actId="1076"/>
          <ac:spMkLst>
            <pc:docMk/>
            <pc:sldMk cId="2530830877" sldId="817"/>
            <ac:spMk id="53" creationId="{2E7EF639-C10A-4DA8-B96C-29BAC4B9416B}"/>
          </ac:spMkLst>
        </pc:spChg>
        <pc:spChg chg="add mod">
          <ac:chgData name="문용권" userId="f4576892-5165-4ec3-8fee-308c2258f490" providerId="ADAL" clId="{2C2A3F98-7B61-4695-B247-E60684CC8DBA}" dt="2026-09-14T04:53:05.186" v="8" actId="1076"/>
          <ac:spMkLst>
            <pc:docMk/>
            <pc:sldMk cId="2530830877" sldId="817"/>
            <ac:spMk id="54" creationId="{68E85BB8-0AAA-4985-A1E5-F93EB88295D9}"/>
          </ac:spMkLst>
        </pc:spChg>
        <pc:spChg chg="add mod">
          <ac:chgData name="문용권" userId="f4576892-5165-4ec3-8fee-308c2258f490" providerId="ADAL" clId="{2C2A3F98-7B61-4695-B247-E60684CC8DBA}" dt="2026-09-14T04:53:05.186" v="8" actId="1076"/>
          <ac:spMkLst>
            <pc:docMk/>
            <pc:sldMk cId="2530830877" sldId="817"/>
            <ac:spMk id="55" creationId="{DB64D4C6-BDBD-43E8-9E0C-AC767E9216E8}"/>
          </ac:spMkLst>
        </pc:spChg>
        <pc:spChg chg="add mod">
          <ac:chgData name="문용권" userId="f4576892-5165-4ec3-8fee-308c2258f490" providerId="ADAL" clId="{2C2A3F98-7B61-4695-B247-E60684CC8DBA}" dt="2026-09-14T04:53:13.669" v="11" actId="14100"/>
          <ac:spMkLst>
            <pc:docMk/>
            <pc:sldMk cId="2530830877" sldId="817"/>
            <ac:spMk id="56" creationId="{E73C346B-A8E6-449A-AD1A-C43ED739B07F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58" creationId="{4B18DF8A-2186-466B-B246-94F3200C46DF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59" creationId="{59386ED0-B781-4CF1-9B2F-0D4362D66950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61" creationId="{B3045040-3C2D-4FD9-A534-535E0405F1EE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62" creationId="{74D0B387-50F4-485C-B0F4-19F21CBF0A3F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64" creationId="{0ADEDDE9-3F00-4DEC-8D41-99DFBE350658}"/>
          </ac:spMkLst>
        </pc:spChg>
        <pc:spChg chg="mod">
          <ac:chgData name="문용권" userId="f4576892-5165-4ec3-8fee-308c2258f490" providerId="ADAL" clId="{2C2A3F98-7B61-4695-B247-E60684CC8DBA}" dt="2026-09-14T04:52:37.300" v="4"/>
          <ac:spMkLst>
            <pc:docMk/>
            <pc:sldMk cId="2530830877" sldId="817"/>
            <ac:spMk id="65" creationId="{7546755D-AA90-41D5-9231-5E758B78A6D1}"/>
          </ac:spMkLst>
        </pc:spChg>
        <pc:spChg chg="add mod">
          <ac:chgData name="문용권" userId="f4576892-5165-4ec3-8fee-308c2258f490" providerId="ADAL" clId="{2C2A3F98-7B61-4695-B247-E60684CC8DBA}" dt="2026-09-14T04:53:05.186" v="8" actId="1076"/>
          <ac:spMkLst>
            <pc:docMk/>
            <pc:sldMk cId="2530830877" sldId="817"/>
            <ac:spMk id="66" creationId="{C4C70488-72FE-4B82-81B5-7C1A80D35242}"/>
          </ac:spMkLst>
        </pc:spChg>
        <pc:spChg chg="add mod">
          <ac:chgData name="문용권" userId="f4576892-5165-4ec3-8fee-308c2258f490" providerId="ADAL" clId="{2C2A3F98-7B61-4695-B247-E60684CC8DBA}" dt="2026-09-14T04:53:05.186" v="8" actId="1076"/>
          <ac:spMkLst>
            <pc:docMk/>
            <pc:sldMk cId="2530830877" sldId="817"/>
            <ac:spMk id="67" creationId="{0C25F3FF-5E39-46E1-A41F-A2C63C68435A}"/>
          </ac:spMkLst>
        </pc:spChg>
        <pc:grpChg chg="add del mod">
          <ac:chgData name="문용권" userId="f4576892-5165-4ec3-8fee-308c2258f490" providerId="ADAL" clId="{2C2A3F98-7B61-4695-B247-E60684CC8DBA}" dt="2026-09-14T04:52:36.669" v="3"/>
          <ac:grpSpMkLst>
            <pc:docMk/>
            <pc:sldMk cId="2530830877" sldId="817"/>
            <ac:grpSpMk id="5" creationId="{434C389C-B27A-44AF-AF37-E45F9C05F0A4}"/>
          </ac:grpSpMkLst>
        </pc:grpChg>
        <pc:grpChg chg="add del mod">
          <ac:chgData name="문용권" userId="f4576892-5165-4ec3-8fee-308c2258f490" providerId="ADAL" clId="{2C2A3F98-7B61-4695-B247-E60684CC8DBA}" dt="2026-09-14T04:52:36.669" v="3"/>
          <ac:grpSpMkLst>
            <pc:docMk/>
            <pc:sldMk cId="2530830877" sldId="817"/>
            <ac:grpSpMk id="14" creationId="{5B4F835B-644C-4EBD-B6D2-8BC79AFE4FF1}"/>
          </ac:grpSpMkLst>
        </pc:grpChg>
        <pc:grpChg chg="mod">
          <ac:chgData name="문용권" userId="f4576892-5165-4ec3-8fee-308c2258f490" providerId="ADAL" clId="{2C2A3F98-7B61-4695-B247-E60684CC8DBA}" dt="2026-09-14T04:52:33.336" v="2"/>
          <ac:grpSpMkLst>
            <pc:docMk/>
            <pc:sldMk cId="2530830877" sldId="817"/>
            <ac:grpSpMk id="15" creationId="{62DFF715-E25C-450C-AC84-9861E9D0E08E}"/>
          </ac:grpSpMkLst>
        </pc:grpChg>
        <pc:grpChg chg="mod">
          <ac:chgData name="문용권" userId="f4576892-5165-4ec3-8fee-308c2258f490" providerId="ADAL" clId="{2C2A3F98-7B61-4695-B247-E60684CC8DBA}" dt="2026-09-14T04:52:33.336" v="2"/>
          <ac:grpSpMkLst>
            <pc:docMk/>
            <pc:sldMk cId="2530830877" sldId="817"/>
            <ac:grpSpMk id="16" creationId="{97C4713D-9000-45B4-9248-FD5248810178}"/>
          </ac:grpSpMkLst>
        </pc:grpChg>
        <pc:grpChg chg="add del mod">
          <ac:chgData name="문용권" userId="f4576892-5165-4ec3-8fee-308c2258f490" providerId="ADAL" clId="{2C2A3F98-7B61-4695-B247-E60684CC8DBA}" dt="2026-09-14T04:52:36.669" v="3"/>
          <ac:grpSpMkLst>
            <pc:docMk/>
            <pc:sldMk cId="2530830877" sldId="817"/>
            <ac:grpSpMk id="25" creationId="{48BAD387-DF83-43DE-82CA-9A8485737B47}"/>
          </ac:grpSpMkLst>
        </pc:grpChg>
        <pc:grpChg chg="add del mod">
          <ac:chgData name="문용권" userId="f4576892-5165-4ec3-8fee-308c2258f490" providerId="ADAL" clId="{2C2A3F98-7B61-4695-B247-E60684CC8DBA}" dt="2026-09-14T04:52:36.669" v="3"/>
          <ac:grpSpMkLst>
            <pc:docMk/>
            <pc:sldMk cId="2530830877" sldId="817"/>
            <ac:grpSpMk id="28" creationId="{7B32C700-5A7A-4B6C-AA9D-CC5C62D5FF42}"/>
          </ac:grpSpMkLst>
        </pc:grpChg>
        <pc:grpChg chg="add del mod">
          <ac:chgData name="문용권" userId="f4576892-5165-4ec3-8fee-308c2258f490" providerId="ADAL" clId="{2C2A3F98-7B61-4695-B247-E60684CC8DBA}" dt="2026-09-14T04:52:36.669" v="3"/>
          <ac:grpSpMkLst>
            <pc:docMk/>
            <pc:sldMk cId="2530830877" sldId="817"/>
            <ac:grpSpMk id="31" creationId="{D9109CE8-20AB-4594-9247-0F93932B22E9}"/>
          </ac:grpSpMkLst>
        </pc:grpChg>
        <pc:grpChg chg="add mod">
          <ac:chgData name="문용권" userId="f4576892-5165-4ec3-8fee-308c2258f490" providerId="ADAL" clId="{2C2A3F98-7B61-4695-B247-E60684CC8DBA}" dt="2026-09-14T04:52:44.304" v="5" actId="1076"/>
          <ac:grpSpMkLst>
            <pc:docMk/>
            <pc:sldMk cId="2530830877" sldId="817"/>
            <ac:grpSpMk id="37" creationId="{2ED8EDF6-6594-49BA-A86D-413426784D9E}"/>
          </ac:grpSpMkLst>
        </pc:grpChg>
        <pc:grpChg chg="add mod">
          <ac:chgData name="문용권" userId="f4576892-5165-4ec3-8fee-308c2258f490" providerId="ADAL" clId="{2C2A3F98-7B61-4695-B247-E60684CC8DBA}" dt="2026-09-14T04:52:44.304" v="5" actId="1076"/>
          <ac:grpSpMkLst>
            <pc:docMk/>
            <pc:sldMk cId="2530830877" sldId="817"/>
            <ac:grpSpMk id="46" creationId="{6040C1F5-EB71-4596-923A-D06C78ADD211}"/>
          </ac:grpSpMkLst>
        </pc:grpChg>
        <pc:grpChg chg="mod">
          <ac:chgData name="문용권" userId="f4576892-5165-4ec3-8fee-308c2258f490" providerId="ADAL" clId="{2C2A3F98-7B61-4695-B247-E60684CC8DBA}" dt="2026-09-14T04:52:37.300" v="4"/>
          <ac:grpSpMkLst>
            <pc:docMk/>
            <pc:sldMk cId="2530830877" sldId="817"/>
            <ac:grpSpMk id="47" creationId="{858C857B-C000-4517-9956-6F918289621F}"/>
          </ac:grpSpMkLst>
        </pc:grpChg>
        <pc:grpChg chg="mod">
          <ac:chgData name="문용권" userId="f4576892-5165-4ec3-8fee-308c2258f490" providerId="ADAL" clId="{2C2A3F98-7B61-4695-B247-E60684CC8DBA}" dt="2026-09-14T04:52:37.300" v="4"/>
          <ac:grpSpMkLst>
            <pc:docMk/>
            <pc:sldMk cId="2530830877" sldId="817"/>
            <ac:grpSpMk id="48" creationId="{048BED0C-2C09-40AC-B8E3-560FAA807AFD}"/>
          </ac:grpSpMkLst>
        </pc:grpChg>
        <pc:grpChg chg="add mod">
          <ac:chgData name="문용권" userId="f4576892-5165-4ec3-8fee-308c2258f490" providerId="ADAL" clId="{2C2A3F98-7B61-4695-B247-E60684CC8DBA}" dt="2026-09-14T04:53:05.186" v="8" actId="1076"/>
          <ac:grpSpMkLst>
            <pc:docMk/>
            <pc:sldMk cId="2530830877" sldId="817"/>
            <ac:grpSpMk id="57" creationId="{2AB7B5B4-02CF-4193-9273-06CAAF5437FF}"/>
          </ac:grpSpMkLst>
        </pc:grpChg>
        <pc:grpChg chg="add mod">
          <ac:chgData name="문용권" userId="f4576892-5165-4ec3-8fee-308c2258f490" providerId="ADAL" clId="{2C2A3F98-7B61-4695-B247-E60684CC8DBA}" dt="2026-09-14T04:53:05.186" v="8" actId="1076"/>
          <ac:grpSpMkLst>
            <pc:docMk/>
            <pc:sldMk cId="2530830877" sldId="817"/>
            <ac:grpSpMk id="60" creationId="{A0FCA225-6D32-4754-966B-8E4984655319}"/>
          </ac:grpSpMkLst>
        </pc:grpChg>
        <pc:grpChg chg="add mod">
          <ac:chgData name="문용권" userId="f4576892-5165-4ec3-8fee-308c2258f490" providerId="ADAL" clId="{2C2A3F98-7B61-4695-B247-E60684CC8DBA}" dt="2026-09-14T04:53:05.186" v="8" actId="1076"/>
          <ac:grpSpMkLst>
            <pc:docMk/>
            <pc:sldMk cId="2530830877" sldId="817"/>
            <ac:grpSpMk id="63" creationId="{C5EC01C5-26D6-4DF0-9E6F-183F1266624E}"/>
          </ac:grpSpMkLst>
        </pc:grpChg>
        <pc:picChg chg="del">
          <ac:chgData name="문용권" userId="f4576892-5165-4ec3-8fee-308c2258f490" providerId="ADAL" clId="{2C2A3F98-7B61-4695-B247-E60684CC8DBA}" dt="2026-09-14T04:51:54.799" v="0" actId="478"/>
          <ac:picMkLst>
            <pc:docMk/>
            <pc:sldMk cId="2530830877" sldId="817"/>
            <ac:picMk id="1026" creationId="{56F75AAA-45E4-8448-3985-1A2C9DB02DD8}"/>
          </ac:picMkLst>
        </pc:picChg>
      </pc:sldChg>
      <pc:sldChg chg="addSp modSp new mod modAnim">
        <pc:chgData name="문용권" userId="f4576892-5165-4ec3-8fee-308c2258f490" providerId="ADAL" clId="{2C2A3F98-7B61-4695-B247-E60684CC8DBA}" dt="2026-09-14T04:56:16.186" v="154" actId="1076"/>
        <pc:sldMkLst>
          <pc:docMk/>
          <pc:sldMk cId="1064248541" sldId="818"/>
        </pc:sldMkLst>
        <pc:spChg chg="add mod">
          <ac:chgData name="문용권" userId="f4576892-5165-4ec3-8fee-308c2258f490" providerId="ADAL" clId="{2C2A3F98-7B61-4695-B247-E60684CC8DBA}" dt="2026-09-14T04:56:03.309" v="149" actId="14100"/>
          <ac:spMkLst>
            <pc:docMk/>
            <pc:sldMk cId="1064248541" sldId="818"/>
            <ac:spMk id="4" creationId="{A04720FC-E9FA-43F1-AC30-E7FD636ADE41}"/>
          </ac:spMkLst>
        </pc:spChg>
        <pc:picChg chg="add mod">
          <ac:chgData name="문용권" userId="f4576892-5165-4ec3-8fee-308c2258f490" providerId="ADAL" clId="{2C2A3F98-7B61-4695-B247-E60684CC8DBA}" dt="2026-09-14T04:56:16.186" v="154" actId="1076"/>
          <ac:picMkLst>
            <pc:docMk/>
            <pc:sldMk cId="1064248541" sldId="818"/>
            <ac:picMk id="3" creationId="{6A607258-3FC4-490F-A220-E8D9816CE9F4}"/>
          </ac:picMkLst>
        </pc:pic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147228476" sldId="818"/>
        </pc:sldMkLst>
      </pc:sldChg>
      <pc:sldChg chg="addSp modSp new">
        <pc:chgData name="문용권" userId="f4576892-5165-4ec3-8fee-308c2258f490" providerId="ADAL" clId="{2C2A3F98-7B61-4695-B247-E60684CC8DBA}" dt="2026-09-14T04:59:09.754" v="158" actId="1076"/>
        <pc:sldMkLst>
          <pc:docMk/>
          <pc:sldMk cId="798258984" sldId="819"/>
        </pc:sldMkLst>
        <pc:picChg chg="add mod">
          <ac:chgData name="문용권" userId="f4576892-5165-4ec3-8fee-308c2258f490" providerId="ADAL" clId="{2C2A3F98-7B61-4695-B247-E60684CC8DBA}" dt="2026-09-14T04:59:09.754" v="158" actId="1076"/>
          <ac:picMkLst>
            <pc:docMk/>
            <pc:sldMk cId="798258984" sldId="819"/>
            <ac:picMk id="2" creationId="{19BB9CE1-00D4-4B40-912A-B6D94B7347C4}"/>
          </ac:picMkLst>
        </pc:pic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267168088" sldId="819"/>
        </pc:sldMkLst>
      </pc:sldChg>
      <pc:sldChg chg="addSp delSp modSp new modTransition">
        <pc:chgData name="문용권" userId="f4576892-5165-4ec3-8fee-308c2258f490" providerId="ADAL" clId="{2C2A3F98-7B61-4695-B247-E60684CC8DBA}" dt="2026-09-14T04:59:33.596" v="165"/>
        <pc:sldMkLst>
          <pc:docMk/>
          <pc:sldMk cId="2068691790" sldId="820"/>
        </pc:sldMkLst>
        <pc:grpChg chg="add del mod">
          <ac:chgData name="문용권" userId="f4576892-5165-4ec3-8fee-308c2258f490" providerId="ADAL" clId="{2C2A3F98-7B61-4695-B247-E60684CC8DBA}" dt="2026-09-14T04:59:31.329" v="164" actId="165"/>
          <ac:grpSpMkLst>
            <pc:docMk/>
            <pc:sldMk cId="2068691790" sldId="820"/>
            <ac:grpSpMk id="6" creationId="{3068EA87-06EA-4986-9219-0BFC5A238E59}"/>
          </ac:grpSpMkLst>
        </pc:grpChg>
        <pc:picChg chg="add mod topLvl">
          <ac:chgData name="문용권" userId="f4576892-5165-4ec3-8fee-308c2258f490" providerId="ADAL" clId="{2C2A3F98-7B61-4695-B247-E60684CC8DBA}" dt="2026-09-14T04:59:31.329" v="164" actId="165"/>
          <ac:picMkLst>
            <pc:docMk/>
            <pc:sldMk cId="2068691790" sldId="820"/>
            <ac:picMk id="2" creationId="{0DE4C95B-51EC-47C3-A3D3-D9D8E58B2FAD}"/>
          </ac:picMkLst>
        </pc:picChg>
        <pc:picChg chg="add mod topLvl">
          <ac:chgData name="문용권" userId="f4576892-5165-4ec3-8fee-308c2258f490" providerId="ADAL" clId="{2C2A3F98-7B61-4695-B247-E60684CC8DBA}" dt="2026-09-14T04:59:31.329" v="164" actId="165"/>
          <ac:picMkLst>
            <pc:docMk/>
            <pc:sldMk cId="2068691790" sldId="820"/>
            <ac:picMk id="3" creationId="{6F08CB03-EF99-46CA-8B63-4BF85E7C14F5}"/>
          </ac:picMkLst>
        </pc:picChg>
        <pc:cxnChg chg="add mod topLvl">
          <ac:chgData name="문용권" userId="f4576892-5165-4ec3-8fee-308c2258f490" providerId="ADAL" clId="{2C2A3F98-7B61-4695-B247-E60684CC8DBA}" dt="2026-09-14T04:59:31.329" v="164" actId="165"/>
          <ac:cxnSpMkLst>
            <pc:docMk/>
            <pc:sldMk cId="2068691790" sldId="820"/>
            <ac:cxnSpMk id="4" creationId="{CAA2C1C7-C4B4-44CA-AC7C-6BD50104BDF5}"/>
          </ac:cxnSpMkLst>
        </pc:cxnChg>
        <pc:cxnChg chg="add mod topLvl">
          <ac:chgData name="문용권" userId="f4576892-5165-4ec3-8fee-308c2258f490" providerId="ADAL" clId="{2C2A3F98-7B61-4695-B247-E60684CC8DBA}" dt="2026-09-14T04:59:31.329" v="164" actId="165"/>
          <ac:cxnSpMkLst>
            <pc:docMk/>
            <pc:sldMk cId="2068691790" sldId="820"/>
            <ac:cxnSpMk id="5" creationId="{F543EC51-EDB0-41CA-9D83-1CB07505FECA}"/>
          </ac:cxnSpMkLst>
        </pc:cxn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073722444" sldId="820"/>
        </pc:sldMkLst>
      </pc:sldChg>
      <pc:sldChg chg="addSp delSp modSp add mod modAnim">
        <pc:chgData name="문용권" userId="f4576892-5165-4ec3-8fee-308c2258f490" providerId="ADAL" clId="{2C2A3F98-7B61-4695-B247-E60684CC8DBA}" dt="2026-09-14T05:00:27.822" v="186"/>
        <pc:sldMkLst>
          <pc:docMk/>
          <pc:sldMk cId="366638255" sldId="821"/>
        </pc:sldMkLst>
        <pc:spChg chg="add mod">
          <ac:chgData name="문용권" userId="f4576892-5165-4ec3-8fee-308c2258f490" providerId="ADAL" clId="{2C2A3F98-7B61-4695-B247-E60684CC8DBA}" dt="2026-09-14T05:00:21.294" v="184" actId="1076"/>
          <ac:spMkLst>
            <pc:docMk/>
            <pc:sldMk cId="366638255" sldId="821"/>
            <ac:spMk id="7" creationId="{653BEC08-CB26-4A91-9223-849BE95B5DB0}"/>
          </ac:spMkLst>
        </pc:spChg>
        <pc:grpChg chg="add mod">
          <ac:chgData name="문용권" userId="f4576892-5165-4ec3-8fee-308c2258f490" providerId="ADAL" clId="{2C2A3F98-7B61-4695-B247-E60684CC8DBA}" dt="2026-09-14T05:00:12.231" v="174" actId="1076"/>
          <ac:grpSpMkLst>
            <pc:docMk/>
            <pc:sldMk cId="366638255" sldId="821"/>
            <ac:grpSpMk id="6" creationId="{327985FA-C738-4627-8581-E99651727E7B}"/>
          </ac:grpSpMkLst>
        </pc:grpChg>
        <pc:picChg chg="add del mod">
          <ac:chgData name="문용권" userId="f4576892-5165-4ec3-8fee-308c2258f490" providerId="ADAL" clId="{2C2A3F98-7B61-4695-B247-E60684CC8DBA}" dt="2026-09-14T05:00:12.231" v="174" actId="1076"/>
          <ac:picMkLst>
            <pc:docMk/>
            <pc:sldMk cId="366638255" sldId="821"/>
            <ac:picMk id="2" creationId="{0DE4C95B-51EC-47C3-A3D3-D9D8E58B2FAD}"/>
          </ac:picMkLst>
        </pc:picChg>
        <pc:picChg chg="add del mod">
          <ac:chgData name="문용권" userId="f4576892-5165-4ec3-8fee-308c2258f490" providerId="ADAL" clId="{2C2A3F98-7B61-4695-B247-E60684CC8DBA}" dt="2026-09-14T05:00:12.231" v="174" actId="1076"/>
          <ac:picMkLst>
            <pc:docMk/>
            <pc:sldMk cId="366638255" sldId="821"/>
            <ac:picMk id="3" creationId="{6F08CB03-EF99-46CA-8B63-4BF85E7C14F5}"/>
          </ac:picMkLst>
        </pc:picChg>
        <pc:cxnChg chg="add del mod">
          <ac:chgData name="문용권" userId="f4576892-5165-4ec3-8fee-308c2258f490" providerId="ADAL" clId="{2C2A3F98-7B61-4695-B247-E60684CC8DBA}" dt="2026-09-14T05:00:12.231" v="174" actId="1076"/>
          <ac:cxnSpMkLst>
            <pc:docMk/>
            <pc:sldMk cId="366638255" sldId="821"/>
            <ac:cxnSpMk id="4" creationId="{CAA2C1C7-C4B4-44CA-AC7C-6BD50104BDF5}"/>
          </ac:cxnSpMkLst>
        </pc:cxnChg>
        <pc:cxnChg chg="add del mod">
          <ac:chgData name="문용권" userId="f4576892-5165-4ec3-8fee-308c2258f490" providerId="ADAL" clId="{2C2A3F98-7B61-4695-B247-E60684CC8DBA}" dt="2026-09-14T05:00:12.231" v="174" actId="1076"/>
          <ac:cxnSpMkLst>
            <pc:docMk/>
            <pc:sldMk cId="366638255" sldId="821"/>
            <ac:cxnSpMk id="5" creationId="{F543EC51-EDB0-41CA-9D83-1CB07505FECA}"/>
          </ac:cxnSpMkLst>
        </pc:cxn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016477097" sldId="821"/>
        </pc:sldMkLst>
      </pc:sldChg>
      <pc:sldChg chg="addSp modSp new mod">
        <pc:chgData name="문용권" userId="f4576892-5165-4ec3-8fee-308c2258f490" providerId="ADAL" clId="{2C2A3F98-7B61-4695-B247-E60684CC8DBA}" dt="2026-09-14T05:00:46.387" v="195" actId="1076"/>
        <pc:sldMkLst>
          <pc:docMk/>
          <pc:sldMk cId="835797336" sldId="822"/>
        </pc:sldMkLst>
        <pc:spChg chg="add mod">
          <ac:chgData name="문용권" userId="f4576892-5165-4ec3-8fee-308c2258f490" providerId="ADAL" clId="{2C2A3F98-7B61-4695-B247-E60684CC8DBA}" dt="2026-09-14T05:00:42.489" v="194" actId="403"/>
          <ac:spMkLst>
            <pc:docMk/>
            <pc:sldMk cId="835797336" sldId="822"/>
            <ac:spMk id="3" creationId="{F3FBC90B-4C4D-4C50-A5D1-B5EE65A56EAA}"/>
          </ac:spMkLst>
        </pc:spChg>
        <pc:grpChg chg="add mod">
          <ac:chgData name="문용권" userId="f4576892-5165-4ec3-8fee-308c2258f490" providerId="ADAL" clId="{2C2A3F98-7B61-4695-B247-E60684CC8DBA}" dt="2026-09-14T05:00:46.387" v="195" actId="1076"/>
          <ac:grpSpMkLst>
            <pc:docMk/>
            <pc:sldMk cId="835797336" sldId="822"/>
            <ac:grpSpMk id="4" creationId="{F13B5A5C-3CDB-4E6F-8A8B-6826E9605A40}"/>
          </ac:grpSpMkLst>
        </pc:grpChg>
        <pc:picChg chg="add mod">
          <ac:chgData name="문용권" userId="f4576892-5165-4ec3-8fee-308c2258f490" providerId="ADAL" clId="{2C2A3F98-7B61-4695-B247-E60684CC8DBA}" dt="2026-09-14T05:00:38.129" v="189" actId="164"/>
          <ac:picMkLst>
            <pc:docMk/>
            <pc:sldMk cId="835797336" sldId="822"/>
            <ac:picMk id="2" creationId="{DAABB080-81F4-4008-9158-894F61001786}"/>
          </ac:picMkLst>
        </pc:pic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873375992" sldId="822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664177764" sldId="823"/>
        </pc:sldMkLst>
      </pc:sldChg>
      <pc:sldChg chg="addSp delSp modSp new mod">
        <pc:chgData name="문용권" userId="f4576892-5165-4ec3-8fee-308c2258f490" providerId="ADAL" clId="{2C2A3F98-7B61-4695-B247-E60684CC8DBA}" dt="2026-09-14T05:01:09.730" v="207" actId="403"/>
        <pc:sldMkLst>
          <pc:docMk/>
          <pc:sldMk cId="2081233550" sldId="823"/>
        </pc:sldMkLst>
        <pc:spChg chg="add mod">
          <ac:chgData name="문용권" userId="f4576892-5165-4ec3-8fee-308c2258f490" providerId="ADAL" clId="{2C2A3F98-7B61-4695-B247-E60684CC8DBA}" dt="2026-09-14T05:01:09.730" v="207" actId="403"/>
          <ac:spMkLst>
            <pc:docMk/>
            <pc:sldMk cId="2081233550" sldId="823"/>
            <ac:spMk id="4" creationId="{69354D6F-C3AD-484D-90D5-087ACA367C6C}"/>
          </ac:spMkLst>
        </pc:spChg>
        <pc:grpChg chg="add mod">
          <ac:chgData name="문용권" userId="f4576892-5165-4ec3-8fee-308c2258f490" providerId="ADAL" clId="{2C2A3F98-7B61-4695-B247-E60684CC8DBA}" dt="2026-09-14T05:01:08.219" v="202" actId="1076"/>
          <ac:grpSpMkLst>
            <pc:docMk/>
            <pc:sldMk cId="2081233550" sldId="823"/>
            <ac:grpSpMk id="5" creationId="{7F041D5A-A537-4066-BC01-DB7BEED341BB}"/>
          </ac:grpSpMkLst>
        </pc:grpChg>
        <pc:picChg chg="add del mod">
          <ac:chgData name="문용권" userId="f4576892-5165-4ec3-8fee-308c2258f490" providerId="ADAL" clId="{2C2A3F98-7B61-4695-B247-E60684CC8DBA}" dt="2026-09-14T05:00:57.270" v="198"/>
          <ac:picMkLst>
            <pc:docMk/>
            <pc:sldMk cId="2081233550" sldId="823"/>
            <ac:picMk id="2" creationId="{B5682377-C8EC-4D0B-B329-6233A0A97C76}"/>
          </ac:picMkLst>
        </pc:picChg>
        <pc:picChg chg="add mod">
          <ac:chgData name="문용권" userId="f4576892-5165-4ec3-8fee-308c2258f490" providerId="ADAL" clId="{2C2A3F98-7B61-4695-B247-E60684CC8DBA}" dt="2026-09-14T05:01:00.240" v="200" actId="164"/>
          <ac:picMkLst>
            <pc:docMk/>
            <pc:sldMk cId="2081233550" sldId="823"/>
            <ac:picMk id="3" creationId="{6FEAC69F-9CA1-40EE-9470-00FFC7E47CF2}"/>
          </ac:picMkLst>
        </pc:picChg>
      </pc:sldChg>
      <pc:sldChg chg="addSp delSp modSp new mod modAnim">
        <pc:chgData name="문용권" userId="f4576892-5165-4ec3-8fee-308c2258f490" providerId="ADAL" clId="{2C2A3F98-7B61-4695-B247-E60684CC8DBA}" dt="2026-09-14T05:12:02.284" v="273"/>
        <pc:sldMkLst>
          <pc:docMk/>
          <pc:sldMk cId="327367141" sldId="824"/>
        </pc:sldMkLst>
        <pc:spChg chg="add mod topLvl">
          <ac:chgData name="문용권" userId="f4576892-5165-4ec3-8fee-308c2258f490" providerId="ADAL" clId="{2C2A3F98-7B61-4695-B247-E60684CC8DBA}" dt="2026-09-14T05:11:44.444" v="233" actId="1076"/>
          <ac:spMkLst>
            <pc:docMk/>
            <pc:sldMk cId="327367141" sldId="824"/>
            <ac:spMk id="3" creationId="{3C631CCE-8F7F-433D-8310-0E13994FB7EB}"/>
          </ac:spMkLst>
        </pc:spChg>
        <pc:spChg chg="add mod">
          <ac:chgData name="문용권" userId="f4576892-5165-4ec3-8fee-308c2258f490" providerId="ADAL" clId="{2C2A3F98-7B61-4695-B247-E60684CC8DBA}" dt="2026-09-14T05:11:58.626" v="272" actId="1076"/>
          <ac:spMkLst>
            <pc:docMk/>
            <pc:sldMk cId="327367141" sldId="824"/>
            <ac:spMk id="5" creationId="{CE71036A-2F74-4238-B174-100524F695DD}"/>
          </ac:spMkLst>
        </pc:spChg>
        <pc:grpChg chg="add del mod">
          <ac:chgData name="문용권" userId="f4576892-5165-4ec3-8fee-308c2258f490" providerId="ADAL" clId="{2C2A3F98-7B61-4695-B247-E60684CC8DBA}" dt="2026-09-14T05:11:39.809" v="229" actId="165"/>
          <ac:grpSpMkLst>
            <pc:docMk/>
            <pc:sldMk cId="327367141" sldId="824"/>
            <ac:grpSpMk id="4" creationId="{D9F2FFC5-59D4-41B2-B7D4-3B5910E8828E}"/>
          </ac:grpSpMkLst>
        </pc:grpChg>
        <pc:picChg chg="add mod topLvl">
          <ac:chgData name="문용권" userId="f4576892-5165-4ec3-8fee-308c2258f490" providerId="ADAL" clId="{2C2A3F98-7B61-4695-B247-E60684CC8DBA}" dt="2026-09-14T05:11:39.809" v="229" actId="165"/>
          <ac:picMkLst>
            <pc:docMk/>
            <pc:sldMk cId="327367141" sldId="824"/>
            <ac:picMk id="2" creationId="{1B4A9CEC-A784-40FD-A950-B2CF8CC73D3D}"/>
          </ac:picMkLst>
        </pc:pic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635908969" sldId="824"/>
        </pc:sldMkLst>
      </pc:sldChg>
      <pc:sldChg chg="addSp modSp new mod">
        <pc:chgData name="문용권" userId="f4576892-5165-4ec3-8fee-308c2258f490" providerId="ADAL" clId="{2C2A3F98-7B61-4695-B247-E60684CC8DBA}" dt="2026-09-14T05:06:52.667" v="216" actId="1076"/>
        <pc:sldMkLst>
          <pc:docMk/>
          <pc:sldMk cId="3609661665" sldId="825"/>
        </pc:sldMkLst>
        <pc:spChg chg="add mod">
          <ac:chgData name="문용권" userId="f4576892-5165-4ec3-8fee-308c2258f490" providerId="ADAL" clId="{2C2A3F98-7B61-4695-B247-E60684CC8DBA}" dt="2026-09-14T05:06:52.667" v="216" actId="1076"/>
          <ac:spMkLst>
            <pc:docMk/>
            <pc:sldMk cId="3609661665" sldId="825"/>
            <ac:spMk id="3" creationId="{FB2CD300-30D3-4AE0-B336-39372EB82FF3}"/>
          </ac:spMkLst>
        </pc:spChg>
        <pc:picChg chg="add mod">
          <ac:chgData name="문용권" userId="f4576892-5165-4ec3-8fee-308c2258f490" providerId="ADAL" clId="{2C2A3F98-7B61-4695-B247-E60684CC8DBA}" dt="2026-09-14T05:06:52.667" v="216" actId="1076"/>
          <ac:picMkLst>
            <pc:docMk/>
            <pc:sldMk cId="3609661665" sldId="825"/>
            <ac:picMk id="2" creationId="{05E5A777-115C-4D3E-94D5-A050365E69DA}"/>
          </ac:picMkLst>
        </pc:pic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768929306" sldId="825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550372408" sldId="826"/>
        </pc:sldMkLst>
      </pc:sldChg>
      <pc:sldChg chg="addSp modSp new mod">
        <pc:chgData name="문용권" userId="f4576892-5165-4ec3-8fee-308c2258f490" providerId="ADAL" clId="{2C2A3F98-7B61-4695-B247-E60684CC8DBA}" dt="2026-09-14T05:07:06.332" v="221" actId="1076"/>
        <pc:sldMkLst>
          <pc:docMk/>
          <pc:sldMk cId="2607728189" sldId="826"/>
        </pc:sldMkLst>
        <pc:spChg chg="add mod">
          <ac:chgData name="문용권" userId="f4576892-5165-4ec3-8fee-308c2258f490" providerId="ADAL" clId="{2C2A3F98-7B61-4695-B247-E60684CC8DBA}" dt="2026-09-14T05:07:06.332" v="221" actId="1076"/>
          <ac:spMkLst>
            <pc:docMk/>
            <pc:sldMk cId="2607728189" sldId="826"/>
            <ac:spMk id="3" creationId="{0AD14D66-A156-429E-BD5E-4515753D4973}"/>
          </ac:spMkLst>
        </pc:spChg>
        <pc:picChg chg="add mod">
          <ac:chgData name="문용권" userId="f4576892-5165-4ec3-8fee-308c2258f490" providerId="ADAL" clId="{2C2A3F98-7B61-4695-B247-E60684CC8DBA}" dt="2026-09-14T05:07:00.747" v="219" actId="1076"/>
          <ac:picMkLst>
            <pc:docMk/>
            <pc:sldMk cId="2607728189" sldId="826"/>
            <ac:picMk id="2" creationId="{F0F93EFB-AEDC-4262-A55E-991D16C4B65F}"/>
          </ac:picMkLst>
        </pc:picChg>
      </pc:sldChg>
      <pc:sldChg chg="addSp delSp modSp new mod modAnim">
        <pc:chgData name="문용권" userId="f4576892-5165-4ec3-8fee-308c2258f490" providerId="ADAL" clId="{2C2A3F98-7B61-4695-B247-E60684CC8DBA}" dt="2026-09-14T05:12:32.002" v="284" actId="1076"/>
        <pc:sldMkLst>
          <pc:docMk/>
          <pc:sldMk cId="980326217" sldId="827"/>
        </pc:sldMkLst>
        <pc:spChg chg="add mod topLvl">
          <ac:chgData name="문용권" userId="f4576892-5165-4ec3-8fee-308c2258f490" providerId="ADAL" clId="{2C2A3F98-7B61-4695-B247-E60684CC8DBA}" dt="2026-09-14T05:12:29.293" v="283" actId="164"/>
          <ac:spMkLst>
            <pc:docMk/>
            <pc:sldMk cId="980326217" sldId="827"/>
            <ac:spMk id="3" creationId="{87735E30-05B7-4202-BC09-FD8398D33800}"/>
          </ac:spMkLst>
        </pc:spChg>
        <pc:spChg chg="add mod topLvl">
          <ac:chgData name="문용권" userId="f4576892-5165-4ec3-8fee-308c2258f490" providerId="ADAL" clId="{2C2A3F98-7B61-4695-B247-E60684CC8DBA}" dt="2026-09-14T05:12:29.293" v="283" actId="164"/>
          <ac:spMkLst>
            <pc:docMk/>
            <pc:sldMk cId="980326217" sldId="827"/>
            <ac:spMk id="4" creationId="{6FDB0F66-4BED-4959-9AE7-A91755B7C1D9}"/>
          </ac:spMkLst>
        </pc:spChg>
        <pc:spChg chg="add mod topLvl">
          <ac:chgData name="문용권" userId="f4576892-5165-4ec3-8fee-308c2258f490" providerId="ADAL" clId="{2C2A3F98-7B61-4695-B247-E60684CC8DBA}" dt="2026-09-14T05:12:29.293" v="283" actId="164"/>
          <ac:spMkLst>
            <pc:docMk/>
            <pc:sldMk cId="980326217" sldId="827"/>
            <ac:spMk id="5" creationId="{1D31F0B2-C1A2-4B74-94F4-F2BCE24DEF09}"/>
          </ac:spMkLst>
        </pc:spChg>
        <pc:spChg chg="add mod topLvl">
          <ac:chgData name="문용권" userId="f4576892-5165-4ec3-8fee-308c2258f490" providerId="ADAL" clId="{2C2A3F98-7B61-4695-B247-E60684CC8DBA}" dt="2026-09-14T05:12:29.293" v="283" actId="164"/>
          <ac:spMkLst>
            <pc:docMk/>
            <pc:sldMk cId="980326217" sldId="827"/>
            <ac:spMk id="6" creationId="{B0CA6F29-9CB2-4A98-9A1E-7E532D520701}"/>
          </ac:spMkLst>
        </pc:spChg>
        <pc:spChg chg="add mod topLvl">
          <ac:chgData name="문용권" userId="f4576892-5165-4ec3-8fee-308c2258f490" providerId="ADAL" clId="{2C2A3F98-7B61-4695-B247-E60684CC8DBA}" dt="2026-09-14T05:12:29.293" v="283" actId="164"/>
          <ac:spMkLst>
            <pc:docMk/>
            <pc:sldMk cId="980326217" sldId="827"/>
            <ac:spMk id="7" creationId="{8A766545-EE3A-45FF-90E8-C49F3735B6CE}"/>
          </ac:spMkLst>
        </pc:spChg>
        <pc:spChg chg="add mod topLvl">
          <ac:chgData name="문용권" userId="f4576892-5165-4ec3-8fee-308c2258f490" providerId="ADAL" clId="{2C2A3F98-7B61-4695-B247-E60684CC8DBA}" dt="2026-09-14T05:12:29.293" v="283" actId="164"/>
          <ac:spMkLst>
            <pc:docMk/>
            <pc:sldMk cId="980326217" sldId="827"/>
            <ac:spMk id="8" creationId="{73137CCA-2B0F-407E-A960-FC4DE4E3B40D}"/>
          </ac:spMkLst>
        </pc:spChg>
        <pc:spChg chg="add mod topLvl">
          <ac:chgData name="문용권" userId="f4576892-5165-4ec3-8fee-308c2258f490" providerId="ADAL" clId="{2C2A3F98-7B61-4695-B247-E60684CC8DBA}" dt="2026-09-14T05:12:32.002" v="284" actId="1076"/>
          <ac:spMkLst>
            <pc:docMk/>
            <pc:sldMk cId="980326217" sldId="827"/>
            <ac:spMk id="9" creationId="{78DA21F0-B0CF-45BB-B01C-34D764633EE6}"/>
          </ac:spMkLst>
        </pc:spChg>
        <pc:grpChg chg="add del mod">
          <ac:chgData name="문용권" userId="f4576892-5165-4ec3-8fee-308c2258f490" providerId="ADAL" clId="{2C2A3F98-7B61-4695-B247-E60684CC8DBA}" dt="2026-09-14T05:12:24.761" v="281" actId="165"/>
          <ac:grpSpMkLst>
            <pc:docMk/>
            <pc:sldMk cId="980326217" sldId="827"/>
            <ac:grpSpMk id="11" creationId="{8B65034C-9729-45DA-8486-375A47F654F6}"/>
          </ac:grpSpMkLst>
        </pc:grpChg>
        <pc:grpChg chg="add mod">
          <ac:chgData name="문용권" userId="f4576892-5165-4ec3-8fee-308c2258f490" providerId="ADAL" clId="{2C2A3F98-7B61-4695-B247-E60684CC8DBA}" dt="2026-09-14T05:12:32.002" v="284" actId="1076"/>
          <ac:grpSpMkLst>
            <pc:docMk/>
            <pc:sldMk cId="980326217" sldId="827"/>
            <ac:grpSpMk id="12" creationId="{8EC8FD4C-E2E6-4447-ACC0-EAB5FAEF6EE4}"/>
          </ac:grpSpMkLst>
        </pc:grpChg>
        <pc:picChg chg="add mod topLvl">
          <ac:chgData name="문용권" userId="f4576892-5165-4ec3-8fee-308c2258f490" providerId="ADAL" clId="{2C2A3F98-7B61-4695-B247-E60684CC8DBA}" dt="2026-09-14T05:12:32.002" v="284" actId="1076"/>
          <ac:picMkLst>
            <pc:docMk/>
            <pc:sldMk cId="980326217" sldId="827"/>
            <ac:picMk id="2" creationId="{8926DED3-BC9B-4C71-8270-F96F49465F6A}"/>
          </ac:picMkLst>
        </pc:picChg>
        <pc:picChg chg="add mod topLvl">
          <ac:chgData name="문용권" userId="f4576892-5165-4ec3-8fee-308c2258f490" providerId="ADAL" clId="{2C2A3F98-7B61-4695-B247-E60684CC8DBA}" dt="2026-09-14T05:12:32.002" v="284" actId="1076"/>
          <ac:picMkLst>
            <pc:docMk/>
            <pc:sldMk cId="980326217" sldId="827"/>
            <ac:picMk id="10" creationId="{266F1A1B-24D4-4B57-B4AA-A1C65E93AE10}"/>
          </ac:picMkLst>
        </pc:pic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581101480" sldId="827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495044764" sldId="828"/>
        </pc:sldMkLst>
      </pc:sldChg>
      <pc:sldChg chg="addSp new">
        <pc:chgData name="문용권" userId="f4576892-5165-4ec3-8fee-308c2258f490" providerId="ADAL" clId="{2C2A3F98-7B61-4695-B247-E60684CC8DBA}" dt="2026-09-14T05:14:36.736" v="285"/>
        <pc:sldMkLst>
          <pc:docMk/>
          <pc:sldMk cId="3714787983" sldId="828"/>
        </pc:sldMkLst>
        <pc:picChg chg="add">
          <ac:chgData name="문용권" userId="f4576892-5165-4ec3-8fee-308c2258f490" providerId="ADAL" clId="{2C2A3F98-7B61-4695-B247-E60684CC8DBA}" dt="2026-09-14T05:14:36.736" v="285"/>
          <ac:picMkLst>
            <pc:docMk/>
            <pc:sldMk cId="3714787983" sldId="828"/>
            <ac:picMk id="1026" creationId="{B109E7A4-975F-4A4C-8137-35E15DB26FCC}"/>
          </ac:picMkLst>
        </pc:picChg>
      </pc:sldChg>
      <pc:sldChg chg="addSp modSp new mod">
        <pc:chgData name="문용권" userId="f4576892-5165-4ec3-8fee-308c2258f490" providerId="ADAL" clId="{2C2A3F98-7B61-4695-B247-E60684CC8DBA}" dt="2026-09-14T05:15:04.572" v="288" actId="1076"/>
        <pc:sldMkLst>
          <pc:docMk/>
          <pc:sldMk cId="1762250865" sldId="829"/>
        </pc:sldMkLst>
        <pc:spChg chg="add mod">
          <ac:chgData name="문용권" userId="f4576892-5165-4ec3-8fee-308c2258f490" providerId="ADAL" clId="{2C2A3F98-7B61-4695-B247-E60684CC8DBA}" dt="2026-09-14T05:15:04.572" v="288" actId="1076"/>
          <ac:spMkLst>
            <pc:docMk/>
            <pc:sldMk cId="1762250865" sldId="829"/>
            <ac:spMk id="2" creationId="{8704321D-4321-4257-8174-3CBB902075A4}"/>
          </ac:spMkLst>
        </pc:sp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249227046" sldId="829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156340050" sldId="830"/>
        </pc:sldMkLst>
      </pc:sldChg>
      <pc:sldChg chg="addSp modSp new mod modAnim">
        <pc:chgData name="문용권" userId="f4576892-5165-4ec3-8fee-308c2258f490" providerId="ADAL" clId="{2C2A3F98-7B61-4695-B247-E60684CC8DBA}" dt="2026-09-14T05:15:18.517" v="291" actId="1076"/>
        <pc:sldMkLst>
          <pc:docMk/>
          <pc:sldMk cId="3026688348" sldId="830"/>
        </pc:sldMkLst>
        <pc:spChg chg="add mod">
          <ac:chgData name="문용권" userId="f4576892-5165-4ec3-8fee-308c2258f490" providerId="ADAL" clId="{2C2A3F98-7B61-4695-B247-E60684CC8DBA}" dt="2026-09-14T05:15:18.517" v="291" actId="1076"/>
          <ac:spMkLst>
            <pc:docMk/>
            <pc:sldMk cId="3026688348" sldId="830"/>
            <ac:spMk id="2" creationId="{CDD5D797-C39E-41A2-B688-1E96A6602539}"/>
          </ac:spMkLst>
        </pc:spChg>
        <pc:spChg chg="add mod">
          <ac:chgData name="문용권" userId="f4576892-5165-4ec3-8fee-308c2258f490" providerId="ADAL" clId="{2C2A3F98-7B61-4695-B247-E60684CC8DBA}" dt="2026-09-14T05:15:18.517" v="291" actId="1076"/>
          <ac:spMkLst>
            <pc:docMk/>
            <pc:sldMk cId="3026688348" sldId="830"/>
            <ac:spMk id="4" creationId="{9B13F678-F5F2-4752-B9A8-02091BE624ED}"/>
          </ac:spMkLst>
        </pc:spChg>
        <pc:spChg chg="add mod">
          <ac:chgData name="문용권" userId="f4576892-5165-4ec3-8fee-308c2258f490" providerId="ADAL" clId="{2C2A3F98-7B61-4695-B247-E60684CC8DBA}" dt="2026-09-14T05:15:18.517" v="291" actId="1076"/>
          <ac:spMkLst>
            <pc:docMk/>
            <pc:sldMk cId="3026688348" sldId="830"/>
            <ac:spMk id="6" creationId="{3D798F31-92EF-45F0-B350-11BCAB98AE19}"/>
          </ac:spMkLst>
        </pc:spChg>
        <pc:spChg chg="add mod">
          <ac:chgData name="문용권" userId="f4576892-5165-4ec3-8fee-308c2258f490" providerId="ADAL" clId="{2C2A3F98-7B61-4695-B247-E60684CC8DBA}" dt="2026-09-14T05:15:18.517" v="291" actId="1076"/>
          <ac:spMkLst>
            <pc:docMk/>
            <pc:sldMk cId="3026688348" sldId="830"/>
            <ac:spMk id="8" creationId="{3CA21639-9B58-4941-A309-46D2355185C4}"/>
          </ac:spMkLst>
        </pc:spChg>
        <pc:cxnChg chg="add mod">
          <ac:chgData name="문용권" userId="f4576892-5165-4ec3-8fee-308c2258f490" providerId="ADAL" clId="{2C2A3F98-7B61-4695-B247-E60684CC8DBA}" dt="2026-09-14T05:15:18.517" v="291" actId="1076"/>
          <ac:cxnSpMkLst>
            <pc:docMk/>
            <pc:sldMk cId="3026688348" sldId="830"/>
            <ac:cxnSpMk id="3" creationId="{5F78BD38-1090-43AA-9803-2AC5312049FA}"/>
          </ac:cxnSpMkLst>
        </pc:cxnChg>
        <pc:cxnChg chg="add mod">
          <ac:chgData name="문용권" userId="f4576892-5165-4ec3-8fee-308c2258f490" providerId="ADAL" clId="{2C2A3F98-7B61-4695-B247-E60684CC8DBA}" dt="2026-09-14T05:15:18.517" v="291" actId="1076"/>
          <ac:cxnSpMkLst>
            <pc:docMk/>
            <pc:sldMk cId="3026688348" sldId="830"/>
            <ac:cxnSpMk id="5" creationId="{40939213-4066-45AA-BFDD-23B6D12CC994}"/>
          </ac:cxnSpMkLst>
        </pc:cxnChg>
        <pc:cxnChg chg="add mod">
          <ac:chgData name="문용권" userId="f4576892-5165-4ec3-8fee-308c2258f490" providerId="ADAL" clId="{2C2A3F98-7B61-4695-B247-E60684CC8DBA}" dt="2026-09-14T05:15:18.517" v="291" actId="1076"/>
          <ac:cxnSpMkLst>
            <pc:docMk/>
            <pc:sldMk cId="3026688348" sldId="830"/>
            <ac:cxnSpMk id="7" creationId="{594A3CB7-C06D-49F2-9EC1-FFD60AD0E8C4}"/>
          </ac:cxnSpMkLst>
        </pc:cxnChg>
      </pc:sldChg>
      <pc:sldChg chg="addSp modSp new mod modTransition">
        <pc:chgData name="문용권" userId="f4576892-5165-4ec3-8fee-308c2258f490" providerId="ADAL" clId="{2C2A3F98-7B61-4695-B247-E60684CC8DBA}" dt="2026-09-14T06:27:43.969" v="301" actId="1076"/>
        <pc:sldMkLst>
          <pc:docMk/>
          <pc:sldMk cId="1075551384" sldId="831"/>
        </pc:sldMkLst>
        <pc:spChg chg="add mod">
          <ac:chgData name="문용권" userId="f4576892-5165-4ec3-8fee-308c2258f490" providerId="ADAL" clId="{2C2A3F98-7B61-4695-B247-E60684CC8DBA}" dt="2026-09-14T06:27:43.969" v="301" actId="1076"/>
          <ac:spMkLst>
            <pc:docMk/>
            <pc:sldMk cId="1075551384" sldId="831"/>
            <ac:spMk id="2" creationId="{37F508C6-9763-4293-83FC-841A1CFE475B}"/>
          </ac:spMkLst>
        </pc:spChg>
        <pc:spChg chg="add mod">
          <ac:chgData name="문용권" userId="f4576892-5165-4ec3-8fee-308c2258f490" providerId="ADAL" clId="{2C2A3F98-7B61-4695-B247-E60684CC8DBA}" dt="2026-09-14T06:27:43.969" v="301" actId="1076"/>
          <ac:spMkLst>
            <pc:docMk/>
            <pc:sldMk cId="1075551384" sldId="831"/>
            <ac:spMk id="4" creationId="{993198C9-4FCD-4854-9AFC-873BAA7BADFD}"/>
          </ac:spMkLst>
        </pc:spChg>
        <pc:spChg chg="add mod">
          <ac:chgData name="문용권" userId="f4576892-5165-4ec3-8fee-308c2258f490" providerId="ADAL" clId="{2C2A3F98-7B61-4695-B247-E60684CC8DBA}" dt="2026-09-14T06:27:43.969" v="301" actId="1076"/>
          <ac:spMkLst>
            <pc:docMk/>
            <pc:sldMk cId="1075551384" sldId="831"/>
            <ac:spMk id="6" creationId="{E143B958-7A00-429F-9F2B-E939EE6E0AEA}"/>
          </ac:spMkLst>
        </pc:spChg>
        <pc:spChg chg="add mod">
          <ac:chgData name="문용권" userId="f4576892-5165-4ec3-8fee-308c2258f490" providerId="ADAL" clId="{2C2A3F98-7B61-4695-B247-E60684CC8DBA}" dt="2026-09-14T06:27:43.969" v="301" actId="1076"/>
          <ac:spMkLst>
            <pc:docMk/>
            <pc:sldMk cId="1075551384" sldId="831"/>
            <ac:spMk id="8" creationId="{FAFBB8B8-4F49-4ADC-ADAD-7E17F1FC70B5}"/>
          </ac:spMkLst>
        </pc:spChg>
        <pc:cxnChg chg="add mod">
          <ac:chgData name="문용권" userId="f4576892-5165-4ec3-8fee-308c2258f490" providerId="ADAL" clId="{2C2A3F98-7B61-4695-B247-E60684CC8DBA}" dt="2026-09-14T06:27:43.969" v="301" actId="1076"/>
          <ac:cxnSpMkLst>
            <pc:docMk/>
            <pc:sldMk cId="1075551384" sldId="831"/>
            <ac:cxnSpMk id="3" creationId="{954918BB-3DE5-4214-BCFB-9BDD3CFD9A97}"/>
          </ac:cxnSpMkLst>
        </pc:cxnChg>
        <pc:cxnChg chg="add mod">
          <ac:chgData name="문용권" userId="f4576892-5165-4ec3-8fee-308c2258f490" providerId="ADAL" clId="{2C2A3F98-7B61-4695-B247-E60684CC8DBA}" dt="2026-09-14T06:27:43.969" v="301" actId="1076"/>
          <ac:cxnSpMkLst>
            <pc:docMk/>
            <pc:sldMk cId="1075551384" sldId="831"/>
            <ac:cxnSpMk id="5" creationId="{3CD02730-E3E0-4FA6-A8C2-361ACD8FF880}"/>
          </ac:cxnSpMkLst>
        </pc:cxnChg>
        <pc:cxnChg chg="add mod">
          <ac:chgData name="문용권" userId="f4576892-5165-4ec3-8fee-308c2258f490" providerId="ADAL" clId="{2C2A3F98-7B61-4695-B247-E60684CC8DBA}" dt="2026-09-14T06:27:43.969" v="301" actId="1076"/>
          <ac:cxnSpMkLst>
            <pc:docMk/>
            <pc:sldMk cId="1075551384" sldId="831"/>
            <ac:cxnSpMk id="7" creationId="{464A6D0F-714D-409C-868C-7625C4183A89}"/>
          </ac:cxnSpMkLst>
        </pc:cxn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4260705416" sldId="831"/>
        </pc:sldMkLst>
      </pc:sldChg>
      <pc:sldChg chg="addSp modSp new mod modTransition">
        <pc:chgData name="문용권" userId="f4576892-5165-4ec3-8fee-308c2258f490" providerId="ADAL" clId="{2C2A3F98-7B61-4695-B247-E60684CC8DBA}" dt="2026-09-14T06:27:52.292" v="303" actId="1076"/>
        <pc:sldMkLst>
          <pc:docMk/>
          <pc:sldMk cId="1233589310" sldId="832"/>
        </pc:sldMkLst>
        <pc:spChg chg="add mod">
          <ac:chgData name="문용권" userId="f4576892-5165-4ec3-8fee-308c2258f490" providerId="ADAL" clId="{2C2A3F98-7B61-4695-B247-E60684CC8DBA}" dt="2026-09-14T06:27:52.292" v="303" actId="1076"/>
          <ac:spMkLst>
            <pc:docMk/>
            <pc:sldMk cId="1233589310" sldId="832"/>
            <ac:spMk id="2" creationId="{92D84742-E0E1-4EA1-BE8D-AF9B0E686DFB}"/>
          </ac:spMkLst>
        </pc:spChg>
        <pc:spChg chg="add mod">
          <ac:chgData name="문용권" userId="f4576892-5165-4ec3-8fee-308c2258f490" providerId="ADAL" clId="{2C2A3F98-7B61-4695-B247-E60684CC8DBA}" dt="2026-09-14T06:27:52.292" v="303" actId="1076"/>
          <ac:spMkLst>
            <pc:docMk/>
            <pc:sldMk cId="1233589310" sldId="832"/>
            <ac:spMk id="4" creationId="{83A087EB-15BD-4617-B170-8A4637D300C1}"/>
          </ac:spMkLst>
        </pc:spChg>
        <pc:spChg chg="add mod">
          <ac:chgData name="문용권" userId="f4576892-5165-4ec3-8fee-308c2258f490" providerId="ADAL" clId="{2C2A3F98-7B61-4695-B247-E60684CC8DBA}" dt="2026-09-14T06:27:52.292" v="303" actId="1076"/>
          <ac:spMkLst>
            <pc:docMk/>
            <pc:sldMk cId="1233589310" sldId="832"/>
            <ac:spMk id="6" creationId="{D24B0198-A405-4F30-BB67-D6D3008205B2}"/>
          </ac:spMkLst>
        </pc:spChg>
        <pc:spChg chg="add mod">
          <ac:chgData name="문용권" userId="f4576892-5165-4ec3-8fee-308c2258f490" providerId="ADAL" clId="{2C2A3F98-7B61-4695-B247-E60684CC8DBA}" dt="2026-09-14T06:27:52.292" v="303" actId="1076"/>
          <ac:spMkLst>
            <pc:docMk/>
            <pc:sldMk cId="1233589310" sldId="832"/>
            <ac:spMk id="8" creationId="{EC8A9F8B-B338-4D43-94E8-E2EA52E77D3F}"/>
          </ac:spMkLst>
        </pc:spChg>
        <pc:cxnChg chg="add mod">
          <ac:chgData name="문용권" userId="f4576892-5165-4ec3-8fee-308c2258f490" providerId="ADAL" clId="{2C2A3F98-7B61-4695-B247-E60684CC8DBA}" dt="2026-09-14T06:27:52.292" v="303" actId="1076"/>
          <ac:cxnSpMkLst>
            <pc:docMk/>
            <pc:sldMk cId="1233589310" sldId="832"/>
            <ac:cxnSpMk id="3" creationId="{D7FA202D-036A-4980-819A-121E85905286}"/>
          </ac:cxnSpMkLst>
        </pc:cxnChg>
        <pc:cxnChg chg="add mod">
          <ac:chgData name="문용권" userId="f4576892-5165-4ec3-8fee-308c2258f490" providerId="ADAL" clId="{2C2A3F98-7B61-4695-B247-E60684CC8DBA}" dt="2026-09-14T06:27:52.292" v="303" actId="1076"/>
          <ac:cxnSpMkLst>
            <pc:docMk/>
            <pc:sldMk cId="1233589310" sldId="832"/>
            <ac:cxnSpMk id="5" creationId="{DA0E2133-7119-4C35-B80F-D7DFB226A6BB}"/>
          </ac:cxnSpMkLst>
        </pc:cxnChg>
        <pc:cxnChg chg="add mod">
          <ac:chgData name="문용권" userId="f4576892-5165-4ec3-8fee-308c2258f490" providerId="ADAL" clId="{2C2A3F98-7B61-4695-B247-E60684CC8DBA}" dt="2026-09-14T06:27:52.292" v="303" actId="1076"/>
          <ac:cxnSpMkLst>
            <pc:docMk/>
            <pc:sldMk cId="1233589310" sldId="832"/>
            <ac:cxnSpMk id="7" creationId="{B4057ACC-C103-4850-B43F-16ED64BEF78E}"/>
          </ac:cxnSpMkLst>
        </pc:cxn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387942772" sldId="832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830359874" sldId="833"/>
        </pc:sldMkLst>
      </pc:sldChg>
      <pc:sldChg chg="addSp modSp new mod modTransition modAnim">
        <pc:chgData name="문용권" userId="f4576892-5165-4ec3-8fee-308c2258f490" providerId="ADAL" clId="{2C2A3F98-7B61-4695-B247-E60684CC8DBA}" dt="2026-09-14T06:28:09.160" v="305" actId="1076"/>
        <pc:sldMkLst>
          <pc:docMk/>
          <pc:sldMk cId="3998998811" sldId="833"/>
        </pc:sldMkLst>
        <pc:spChg chg="add mod">
          <ac:chgData name="문용권" userId="f4576892-5165-4ec3-8fee-308c2258f490" providerId="ADAL" clId="{2C2A3F98-7B61-4695-B247-E60684CC8DBA}" dt="2026-09-14T06:28:09.160" v="305" actId="1076"/>
          <ac:spMkLst>
            <pc:docMk/>
            <pc:sldMk cId="3998998811" sldId="833"/>
            <ac:spMk id="2" creationId="{61DEEACE-820B-41C3-8F75-D1B71E569781}"/>
          </ac:spMkLst>
        </pc:spChg>
        <pc:spChg chg="add mod">
          <ac:chgData name="문용권" userId="f4576892-5165-4ec3-8fee-308c2258f490" providerId="ADAL" clId="{2C2A3F98-7B61-4695-B247-E60684CC8DBA}" dt="2026-09-14T06:28:09.160" v="305" actId="1076"/>
          <ac:spMkLst>
            <pc:docMk/>
            <pc:sldMk cId="3998998811" sldId="833"/>
            <ac:spMk id="3" creationId="{9F7020DA-983F-4307-A969-6D1C14830683}"/>
          </ac:spMkLst>
        </pc:spChg>
        <pc:spChg chg="add mod">
          <ac:chgData name="문용권" userId="f4576892-5165-4ec3-8fee-308c2258f490" providerId="ADAL" clId="{2C2A3F98-7B61-4695-B247-E60684CC8DBA}" dt="2026-09-14T06:28:09.160" v="305" actId="1076"/>
          <ac:spMkLst>
            <pc:docMk/>
            <pc:sldMk cId="3998998811" sldId="833"/>
            <ac:spMk id="4" creationId="{AED03280-889F-49FC-8EA6-0E1044516663}"/>
          </ac:spMkLst>
        </pc:spChg>
        <pc:spChg chg="add mod">
          <ac:chgData name="문용권" userId="f4576892-5165-4ec3-8fee-308c2258f490" providerId="ADAL" clId="{2C2A3F98-7B61-4695-B247-E60684CC8DBA}" dt="2026-09-14T06:28:09.160" v="305" actId="1076"/>
          <ac:spMkLst>
            <pc:docMk/>
            <pc:sldMk cId="3998998811" sldId="833"/>
            <ac:spMk id="5" creationId="{EF4E7999-1668-4775-9E80-E7C6618E0A18}"/>
          </ac:spMkLst>
        </pc:spChg>
        <pc:spChg chg="add mod">
          <ac:chgData name="문용권" userId="f4576892-5165-4ec3-8fee-308c2258f490" providerId="ADAL" clId="{2C2A3F98-7B61-4695-B247-E60684CC8DBA}" dt="2026-09-14T06:28:09.160" v="305" actId="1076"/>
          <ac:spMkLst>
            <pc:docMk/>
            <pc:sldMk cId="3998998811" sldId="833"/>
            <ac:spMk id="6" creationId="{99AD7DF4-5C5A-4A61-92CD-4A489CE0F654}"/>
          </ac:spMkLst>
        </pc:spChg>
        <pc:spChg chg="add mod">
          <ac:chgData name="문용권" userId="f4576892-5165-4ec3-8fee-308c2258f490" providerId="ADAL" clId="{2C2A3F98-7B61-4695-B247-E60684CC8DBA}" dt="2026-09-14T06:28:09.160" v="305" actId="1076"/>
          <ac:spMkLst>
            <pc:docMk/>
            <pc:sldMk cId="3998998811" sldId="833"/>
            <ac:spMk id="7" creationId="{65D03E47-D270-4250-B9D0-4F528DC7231B}"/>
          </ac:spMkLst>
        </pc:sp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685830393" sldId="834"/>
        </pc:sldMkLst>
      </pc:sldChg>
      <pc:sldChg chg="addSp modSp new mod modTransition modAnim">
        <pc:chgData name="문용권" userId="f4576892-5165-4ec3-8fee-308c2258f490" providerId="ADAL" clId="{2C2A3F98-7B61-4695-B247-E60684CC8DBA}" dt="2026-09-14T06:28:17.208" v="307" actId="1076"/>
        <pc:sldMkLst>
          <pc:docMk/>
          <pc:sldMk cId="3587489710" sldId="834"/>
        </pc:sldMkLst>
        <pc:spChg chg="add mod">
          <ac:chgData name="문용권" userId="f4576892-5165-4ec3-8fee-308c2258f490" providerId="ADAL" clId="{2C2A3F98-7B61-4695-B247-E60684CC8DBA}" dt="2026-09-14T06:28:17.208" v="307" actId="1076"/>
          <ac:spMkLst>
            <pc:docMk/>
            <pc:sldMk cId="3587489710" sldId="834"/>
            <ac:spMk id="2" creationId="{111D2E63-E7C4-407D-B3F1-BE3CE36C4D16}"/>
          </ac:spMkLst>
        </pc:spChg>
        <pc:spChg chg="add mod">
          <ac:chgData name="문용권" userId="f4576892-5165-4ec3-8fee-308c2258f490" providerId="ADAL" clId="{2C2A3F98-7B61-4695-B247-E60684CC8DBA}" dt="2026-09-14T06:28:17.208" v="307" actId="1076"/>
          <ac:spMkLst>
            <pc:docMk/>
            <pc:sldMk cId="3587489710" sldId="834"/>
            <ac:spMk id="3" creationId="{C43B2EEC-2CDB-4AFC-BC83-5BB316EA36F5}"/>
          </ac:spMkLst>
        </pc:spChg>
        <pc:spChg chg="add mod">
          <ac:chgData name="문용권" userId="f4576892-5165-4ec3-8fee-308c2258f490" providerId="ADAL" clId="{2C2A3F98-7B61-4695-B247-E60684CC8DBA}" dt="2026-09-14T06:28:17.208" v="307" actId="1076"/>
          <ac:spMkLst>
            <pc:docMk/>
            <pc:sldMk cId="3587489710" sldId="834"/>
            <ac:spMk id="4" creationId="{C17F1F4F-0BFF-4B59-A099-78BC5F0B0B82}"/>
          </ac:spMkLst>
        </pc:spChg>
        <pc:spChg chg="add mod">
          <ac:chgData name="문용권" userId="f4576892-5165-4ec3-8fee-308c2258f490" providerId="ADAL" clId="{2C2A3F98-7B61-4695-B247-E60684CC8DBA}" dt="2026-09-14T06:28:17.208" v="307" actId="1076"/>
          <ac:spMkLst>
            <pc:docMk/>
            <pc:sldMk cId="3587489710" sldId="834"/>
            <ac:spMk id="5" creationId="{84141CDD-B5DA-4A34-B7B7-BD1AAD237E8D}"/>
          </ac:spMkLst>
        </pc:spChg>
        <pc:spChg chg="add mod">
          <ac:chgData name="문용권" userId="f4576892-5165-4ec3-8fee-308c2258f490" providerId="ADAL" clId="{2C2A3F98-7B61-4695-B247-E60684CC8DBA}" dt="2026-09-14T06:28:17.208" v="307" actId="1076"/>
          <ac:spMkLst>
            <pc:docMk/>
            <pc:sldMk cId="3587489710" sldId="834"/>
            <ac:spMk id="6" creationId="{C0D18C1D-F449-4114-BC0F-C7CE10CAB608}"/>
          </ac:spMkLst>
        </pc:spChg>
        <pc:spChg chg="add mod">
          <ac:chgData name="문용권" userId="f4576892-5165-4ec3-8fee-308c2258f490" providerId="ADAL" clId="{2C2A3F98-7B61-4695-B247-E60684CC8DBA}" dt="2026-09-14T06:28:17.208" v="307" actId="1076"/>
          <ac:spMkLst>
            <pc:docMk/>
            <pc:sldMk cId="3587489710" sldId="834"/>
            <ac:spMk id="7" creationId="{73D8EC9B-4F4C-430F-AE57-7783A28D66EA}"/>
          </ac:spMkLst>
        </pc:spChg>
      </pc:sldChg>
      <pc:sldChg chg="addSp delSp modSp new mod modTransition">
        <pc:chgData name="문용권" userId="f4576892-5165-4ec3-8fee-308c2258f490" providerId="ADAL" clId="{2C2A3F98-7B61-4695-B247-E60684CC8DBA}" dt="2026-09-14T06:28:35.667" v="311"/>
        <pc:sldMkLst>
          <pc:docMk/>
          <pc:sldMk cId="3968494642" sldId="835"/>
        </pc:sldMkLst>
        <pc:spChg chg="add mod">
          <ac:chgData name="문용권" userId="f4576892-5165-4ec3-8fee-308c2258f490" providerId="ADAL" clId="{2C2A3F98-7B61-4695-B247-E60684CC8DBA}" dt="2026-09-14T06:28:26.692" v="309" actId="1076"/>
          <ac:spMkLst>
            <pc:docMk/>
            <pc:sldMk cId="3968494642" sldId="835"/>
            <ac:spMk id="2" creationId="{548713C2-82D2-4075-86AA-59FCCBF24220}"/>
          </ac:spMkLst>
        </pc:spChg>
        <pc:spChg chg="add mod">
          <ac:chgData name="문용권" userId="f4576892-5165-4ec3-8fee-308c2258f490" providerId="ADAL" clId="{2C2A3F98-7B61-4695-B247-E60684CC8DBA}" dt="2026-09-14T06:28:26.692" v="309" actId="1076"/>
          <ac:spMkLst>
            <pc:docMk/>
            <pc:sldMk cId="3968494642" sldId="835"/>
            <ac:spMk id="4" creationId="{4BE470F9-CE71-4613-ABA9-3D1271FC3279}"/>
          </ac:spMkLst>
        </pc:spChg>
        <pc:spChg chg="add mod">
          <ac:chgData name="문용권" userId="f4576892-5165-4ec3-8fee-308c2258f490" providerId="ADAL" clId="{2C2A3F98-7B61-4695-B247-E60684CC8DBA}" dt="2026-09-14T06:28:26.692" v="309" actId="1076"/>
          <ac:spMkLst>
            <pc:docMk/>
            <pc:sldMk cId="3968494642" sldId="835"/>
            <ac:spMk id="6" creationId="{A3ED8028-F381-4571-82F2-2A103C9AA3EB}"/>
          </ac:spMkLst>
        </pc:spChg>
        <pc:spChg chg="add mod">
          <ac:chgData name="문용권" userId="f4576892-5165-4ec3-8fee-308c2258f490" providerId="ADAL" clId="{2C2A3F98-7B61-4695-B247-E60684CC8DBA}" dt="2026-09-14T06:28:26.692" v="309" actId="1076"/>
          <ac:spMkLst>
            <pc:docMk/>
            <pc:sldMk cId="3968494642" sldId="835"/>
            <ac:spMk id="8" creationId="{79161656-774D-49CC-9C2E-DE62F4DEB0FE}"/>
          </ac:spMkLst>
        </pc:spChg>
        <pc:spChg chg="add del mod">
          <ac:chgData name="문용권" userId="f4576892-5165-4ec3-8fee-308c2258f490" providerId="ADAL" clId="{2C2A3F98-7B61-4695-B247-E60684CC8DBA}" dt="2026-09-14T06:28:35.667" v="311"/>
          <ac:spMkLst>
            <pc:docMk/>
            <pc:sldMk cId="3968494642" sldId="835"/>
            <ac:spMk id="9" creationId="{3884AC9F-B267-4F56-80A1-CAAAACC17755}"/>
          </ac:spMkLst>
        </pc:spChg>
        <pc:spChg chg="add del mod">
          <ac:chgData name="문용권" userId="f4576892-5165-4ec3-8fee-308c2258f490" providerId="ADAL" clId="{2C2A3F98-7B61-4695-B247-E60684CC8DBA}" dt="2026-09-14T06:28:35.667" v="311"/>
          <ac:spMkLst>
            <pc:docMk/>
            <pc:sldMk cId="3968494642" sldId="835"/>
            <ac:spMk id="11" creationId="{009BB741-4A6C-4BF2-A029-B8D039290328}"/>
          </ac:spMkLst>
        </pc:spChg>
        <pc:spChg chg="add del mod">
          <ac:chgData name="문용권" userId="f4576892-5165-4ec3-8fee-308c2258f490" providerId="ADAL" clId="{2C2A3F98-7B61-4695-B247-E60684CC8DBA}" dt="2026-09-14T06:28:35.667" v="311"/>
          <ac:spMkLst>
            <pc:docMk/>
            <pc:sldMk cId="3968494642" sldId="835"/>
            <ac:spMk id="13" creationId="{563524A2-BF15-403A-BAA4-24AFE4F24594}"/>
          </ac:spMkLst>
        </pc:spChg>
        <pc:spChg chg="add del mod">
          <ac:chgData name="문용권" userId="f4576892-5165-4ec3-8fee-308c2258f490" providerId="ADAL" clId="{2C2A3F98-7B61-4695-B247-E60684CC8DBA}" dt="2026-09-14T06:28:35.667" v="311"/>
          <ac:spMkLst>
            <pc:docMk/>
            <pc:sldMk cId="3968494642" sldId="835"/>
            <ac:spMk id="15" creationId="{DE877606-699A-4E31-B92E-3F1C0C7B878F}"/>
          </ac:spMkLst>
        </pc:spChg>
        <pc:spChg chg="add del mod">
          <ac:chgData name="문용권" userId="f4576892-5165-4ec3-8fee-308c2258f490" providerId="ADAL" clId="{2C2A3F98-7B61-4695-B247-E60684CC8DBA}" dt="2026-09-14T06:28:35.667" v="311"/>
          <ac:spMkLst>
            <pc:docMk/>
            <pc:sldMk cId="3968494642" sldId="835"/>
            <ac:spMk id="16" creationId="{7A3F3A49-2237-4782-B09E-8FEEAB443815}"/>
          </ac:spMkLst>
        </pc:spChg>
        <pc:spChg chg="add del mod">
          <ac:chgData name="문용권" userId="f4576892-5165-4ec3-8fee-308c2258f490" providerId="ADAL" clId="{2C2A3F98-7B61-4695-B247-E60684CC8DBA}" dt="2026-09-14T06:28:35.667" v="311"/>
          <ac:spMkLst>
            <pc:docMk/>
            <pc:sldMk cId="3968494642" sldId="835"/>
            <ac:spMk id="17" creationId="{06A8B48F-AD45-4AE2-8FA0-F598CFB9342A}"/>
          </ac:spMkLst>
        </pc:spChg>
        <pc:cxnChg chg="add mod">
          <ac:chgData name="문용권" userId="f4576892-5165-4ec3-8fee-308c2258f490" providerId="ADAL" clId="{2C2A3F98-7B61-4695-B247-E60684CC8DBA}" dt="2026-09-14T06:28:26.692" v="309" actId="1076"/>
          <ac:cxnSpMkLst>
            <pc:docMk/>
            <pc:sldMk cId="3968494642" sldId="835"/>
            <ac:cxnSpMk id="3" creationId="{6DEE816B-94CA-4CC2-ADDA-57A6CDB59F3A}"/>
          </ac:cxnSpMkLst>
        </pc:cxnChg>
        <pc:cxnChg chg="add mod">
          <ac:chgData name="문용권" userId="f4576892-5165-4ec3-8fee-308c2258f490" providerId="ADAL" clId="{2C2A3F98-7B61-4695-B247-E60684CC8DBA}" dt="2026-09-14T06:28:26.692" v="309" actId="1076"/>
          <ac:cxnSpMkLst>
            <pc:docMk/>
            <pc:sldMk cId="3968494642" sldId="835"/>
            <ac:cxnSpMk id="5" creationId="{F7A20726-BE2F-4DC4-B53D-918CA4D1C99E}"/>
          </ac:cxnSpMkLst>
        </pc:cxnChg>
        <pc:cxnChg chg="add mod">
          <ac:chgData name="문용권" userId="f4576892-5165-4ec3-8fee-308c2258f490" providerId="ADAL" clId="{2C2A3F98-7B61-4695-B247-E60684CC8DBA}" dt="2026-09-14T06:28:26.692" v="309" actId="1076"/>
          <ac:cxnSpMkLst>
            <pc:docMk/>
            <pc:sldMk cId="3968494642" sldId="835"/>
            <ac:cxnSpMk id="7" creationId="{0D0C1659-4D24-4EFD-9E03-934527C5B182}"/>
          </ac:cxnSpMkLst>
        </pc:cxnChg>
        <pc:cxnChg chg="add del mod">
          <ac:chgData name="문용권" userId="f4576892-5165-4ec3-8fee-308c2258f490" providerId="ADAL" clId="{2C2A3F98-7B61-4695-B247-E60684CC8DBA}" dt="2026-09-14T06:28:35.667" v="311"/>
          <ac:cxnSpMkLst>
            <pc:docMk/>
            <pc:sldMk cId="3968494642" sldId="835"/>
            <ac:cxnSpMk id="10" creationId="{CD66FA9E-DAD8-465D-A4AD-A54CC21E156C}"/>
          </ac:cxnSpMkLst>
        </pc:cxnChg>
        <pc:cxnChg chg="add del mod">
          <ac:chgData name="문용권" userId="f4576892-5165-4ec3-8fee-308c2258f490" providerId="ADAL" clId="{2C2A3F98-7B61-4695-B247-E60684CC8DBA}" dt="2026-09-14T06:28:35.667" v="311"/>
          <ac:cxnSpMkLst>
            <pc:docMk/>
            <pc:sldMk cId="3968494642" sldId="835"/>
            <ac:cxnSpMk id="12" creationId="{4ECF57B1-AB12-49D5-9651-AE502B00621E}"/>
          </ac:cxnSpMkLst>
        </pc:cxnChg>
        <pc:cxnChg chg="add del mod">
          <ac:chgData name="문용권" userId="f4576892-5165-4ec3-8fee-308c2258f490" providerId="ADAL" clId="{2C2A3F98-7B61-4695-B247-E60684CC8DBA}" dt="2026-09-14T06:28:35.667" v="311"/>
          <ac:cxnSpMkLst>
            <pc:docMk/>
            <pc:sldMk cId="3968494642" sldId="835"/>
            <ac:cxnSpMk id="14" creationId="{A95FEDE2-D965-41D3-99EB-2E6180671DEB}"/>
          </ac:cxnSpMkLst>
        </pc:cxn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3330445" sldId="836"/>
        </pc:sldMkLst>
      </pc:sldChg>
      <pc:sldChg chg="addSp delSp modSp new mod modTransition">
        <pc:chgData name="문용권" userId="f4576892-5165-4ec3-8fee-308c2258f490" providerId="ADAL" clId="{2C2A3F98-7B61-4695-B247-E60684CC8DBA}" dt="2026-09-14T06:28:47.532" v="315"/>
        <pc:sldMkLst>
          <pc:docMk/>
          <pc:sldMk cId="1998103162" sldId="836"/>
        </pc:sldMkLst>
        <pc:spChg chg="add mod">
          <ac:chgData name="문용권" userId="f4576892-5165-4ec3-8fee-308c2258f490" providerId="ADAL" clId="{2C2A3F98-7B61-4695-B247-E60684CC8DBA}" dt="2026-09-14T06:28:40.674" v="313" actId="1076"/>
          <ac:spMkLst>
            <pc:docMk/>
            <pc:sldMk cId="1998103162" sldId="836"/>
            <ac:spMk id="2" creationId="{40ACB6E9-26FB-46D5-9F41-60844328A1FE}"/>
          </ac:spMkLst>
        </pc:spChg>
        <pc:spChg chg="add mod">
          <ac:chgData name="문용권" userId="f4576892-5165-4ec3-8fee-308c2258f490" providerId="ADAL" clId="{2C2A3F98-7B61-4695-B247-E60684CC8DBA}" dt="2026-09-14T06:28:40.674" v="313" actId="1076"/>
          <ac:spMkLst>
            <pc:docMk/>
            <pc:sldMk cId="1998103162" sldId="836"/>
            <ac:spMk id="4" creationId="{F6FADEE0-0993-487A-BE3D-07D5662C0CF3}"/>
          </ac:spMkLst>
        </pc:spChg>
        <pc:spChg chg="add mod">
          <ac:chgData name="문용권" userId="f4576892-5165-4ec3-8fee-308c2258f490" providerId="ADAL" clId="{2C2A3F98-7B61-4695-B247-E60684CC8DBA}" dt="2026-09-14T06:28:40.674" v="313" actId="1076"/>
          <ac:spMkLst>
            <pc:docMk/>
            <pc:sldMk cId="1998103162" sldId="836"/>
            <ac:spMk id="6" creationId="{63111BC8-D3D6-41D4-A995-78AB1EC127B5}"/>
          </ac:spMkLst>
        </pc:spChg>
        <pc:spChg chg="add mod">
          <ac:chgData name="문용권" userId="f4576892-5165-4ec3-8fee-308c2258f490" providerId="ADAL" clId="{2C2A3F98-7B61-4695-B247-E60684CC8DBA}" dt="2026-09-14T06:28:40.674" v="313" actId="1076"/>
          <ac:spMkLst>
            <pc:docMk/>
            <pc:sldMk cId="1998103162" sldId="836"/>
            <ac:spMk id="8" creationId="{C1866530-3514-4BEC-B80B-FF31E7522497}"/>
          </ac:spMkLst>
        </pc:spChg>
        <pc:spChg chg="add mod">
          <ac:chgData name="문용권" userId="f4576892-5165-4ec3-8fee-308c2258f490" providerId="ADAL" clId="{2C2A3F98-7B61-4695-B247-E60684CC8DBA}" dt="2026-09-14T06:28:40.674" v="313" actId="1076"/>
          <ac:spMkLst>
            <pc:docMk/>
            <pc:sldMk cId="1998103162" sldId="836"/>
            <ac:spMk id="9" creationId="{D4852FAB-36CA-4F7B-BA93-771BA16D9D50}"/>
          </ac:spMkLst>
        </pc:spChg>
        <pc:spChg chg="add mod">
          <ac:chgData name="문용권" userId="f4576892-5165-4ec3-8fee-308c2258f490" providerId="ADAL" clId="{2C2A3F98-7B61-4695-B247-E60684CC8DBA}" dt="2026-09-14T06:28:40.674" v="313" actId="1076"/>
          <ac:spMkLst>
            <pc:docMk/>
            <pc:sldMk cId="1998103162" sldId="836"/>
            <ac:spMk id="10" creationId="{979A5E7E-B0EB-4EB4-9BBD-0F941DFDE52D}"/>
          </ac:spMkLst>
        </pc:spChg>
        <pc:spChg chg="add del mod">
          <ac:chgData name="문용권" userId="f4576892-5165-4ec3-8fee-308c2258f490" providerId="ADAL" clId="{2C2A3F98-7B61-4695-B247-E60684CC8DBA}" dt="2026-09-14T06:28:47.532" v="315"/>
          <ac:spMkLst>
            <pc:docMk/>
            <pc:sldMk cId="1998103162" sldId="836"/>
            <ac:spMk id="11" creationId="{C9FFB850-0E26-49F9-A34C-0D26A2332577}"/>
          </ac:spMkLst>
        </pc:spChg>
        <pc:spChg chg="add del mod">
          <ac:chgData name="문용권" userId="f4576892-5165-4ec3-8fee-308c2258f490" providerId="ADAL" clId="{2C2A3F98-7B61-4695-B247-E60684CC8DBA}" dt="2026-09-14T06:28:47.532" v="315"/>
          <ac:spMkLst>
            <pc:docMk/>
            <pc:sldMk cId="1998103162" sldId="836"/>
            <ac:spMk id="13" creationId="{7829957F-0053-457B-9025-765AA5020FD0}"/>
          </ac:spMkLst>
        </pc:spChg>
        <pc:spChg chg="add del mod">
          <ac:chgData name="문용권" userId="f4576892-5165-4ec3-8fee-308c2258f490" providerId="ADAL" clId="{2C2A3F98-7B61-4695-B247-E60684CC8DBA}" dt="2026-09-14T06:28:47.532" v="315"/>
          <ac:spMkLst>
            <pc:docMk/>
            <pc:sldMk cId="1998103162" sldId="836"/>
            <ac:spMk id="15" creationId="{550B9D99-DD4C-4F10-8A25-2CEF962799B5}"/>
          </ac:spMkLst>
        </pc:spChg>
        <pc:spChg chg="add del mod">
          <ac:chgData name="문용권" userId="f4576892-5165-4ec3-8fee-308c2258f490" providerId="ADAL" clId="{2C2A3F98-7B61-4695-B247-E60684CC8DBA}" dt="2026-09-14T06:28:47.532" v="315"/>
          <ac:spMkLst>
            <pc:docMk/>
            <pc:sldMk cId="1998103162" sldId="836"/>
            <ac:spMk id="16" creationId="{52D00582-9950-485E-88A9-458ACD5C1EBD}"/>
          </ac:spMkLst>
        </pc:spChg>
        <pc:cxnChg chg="add mod">
          <ac:chgData name="문용권" userId="f4576892-5165-4ec3-8fee-308c2258f490" providerId="ADAL" clId="{2C2A3F98-7B61-4695-B247-E60684CC8DBA}" dt="2026-09-14T06:28:40.674" v="313" actId="1076"/>
          <ac:cxnSpMkLst>
            <pc:docMk/>
            <pc:sldMk cId="1998103162" sldId="836"/>
            <ac:cxnSpMk id="3" creationId="{E13D3807-D638-4D95-B6FC-EAFBDD337C3E}"/>
          </ac:cxnSpMkLst>
        </pc:cxnChg>
        <pc:cxnChg chg="add mod">
          <ac:chgData name="문용권" userId="f4576892-5165-4ec3-8fee-308c2258f490" providerId="ADAL" clId="{2C2A3F98-7B61-4695-B247-E60684CC8DBA}" dt="2026-09-14T06:28:40.674" v="313" actId="1076"/>
          <ac:cxnSpMkLst>
            <pc:docMk/>
            <pc:sldMk cId="1998103162" sldId="836"/>
            <ac:cxnSpMk id="5" creationId="{1B2375BE-E736-44EF-9FB2-7AF9BD4878D3}"/>
          </ac:cxnSpMkLst>
        </pc:cxnChg>
        <pc:cxnChg chg="add mod">
          <ac:chgData name="문용권" userId="f4576892-5165-4ec3-8fee-308c2258f490" providerId="ADAL" clId="{2C2A3F98-7B61-4695-B247-E60684CC8DBA}" dt="2026-09-14T06:28:40.674" v="313" actId="1076"/>
          <ac:cxnSpMkLst>
            <pc:docMk/>
            <pc:sldMk cId="1998103162" sldId="836"/>
            <ac:cxnSpMk id="7" creationId="{81CBDD8B-F41A-432B-9663-7732B2F9452D}"/>
          </ac:cxnSpMkLst>
        </pc:cxnChg>
        <pc:cxnChg chg="add del mod">
          <ac:chgData name="문용권" userId="f4576892-5165-4ec3-8fee-308c2258f490" providerId="ADAL" clId="{2C2A3F98-7B61-4695-B247-E60684CC8DBA}" dt="2026-09-14T06:28:47.532" v="315"/>
          <ac:cxnSpMkLst>
            <pc:docMk/>
            <pc:sldMk cId="1998103162" sldId="836"/>
            <ac:cxnSpMk id="12" creationId="{0B6EA342-B014-4003-BA9C-A0713A7C94E8}"/>
          </ac:cxnSpMkLst>
        </pc:cxnChg>
        <pc:cxnChg chg="add del mod">
          <ac:chgData name="문용권" userId="f4576892-5165-4ec3-8fee-308c2258f490" providerId="ADAL" clId="{2C2A3F98-7B61-4695-B247-E60684CC8DBA}" dt="2026-09-14T06:28:47.532" v="315"/>
          <ac:cxnSpMkLst>
            <pc:docMk/>
            <pc:sldMk cId="1998103162" sldId="836"/>
            <ac:cxnSpMk id="14" creationId="{3F7E46D2-A601-4231-A5B5-165EEB4259A8}"/>
          </ac:cxnSpMkLst>
        </pc:cxnChg>
      </pc:sldChg>
      <pc:sldChg chg="addSp modSp new mod modTransition">
        <pc:chgData name="문용권" userId="f4576892-5165-4ec3-8fee-308c2258f490" providerId="ADAL" clId="{2C2A3F98-7B61-4695-B247-E60684CC8DBA}" dt="2026-09-14T06:28:58.579" v="317" actId="1076"/>
        <pc:sldMkLst>
          <pc:docMk/>
          <pc:sldMk cId="1083403848" sldId="837"/>
        </pc:sldMkLst>
        <pc:spChg chg="add mod">
          <ac:chgData name="문용권" userId="f4576892-5165-4ec3-8fee-308c2258f490" providerId="ADAL" clId="{2C2A3F98-7B61-4695-B247-E60684CC8DBA}" dt="2026-09-14T06:28:58.579" v="317" actId="1076"/>
          <ac:spMkLst>
            <pc:docMk/>
            <pc:sldMk cId="1083403848" sldId="837"/>
            <ac:spMk id="2" creationId="{61A75569-7B0B-470C-9013-37FF47722D54}"/>
          </ac:spMkLst>
        </pc:spChg>
        <pc:spChg chg="add mod">
          <ac:chgData name="문용권" userId="f4576892-5165-4ec3-8fee-308c2258f490" providerId="ADAL" clId="{2C2A3F98-7B61-4695-B247-E60684CC8DBA}" dt="2026-09-14T06:28:58.579" v="317" actId="1076"/>
          <ac:spMkLst>
            <pc:docMk/>
            <pc:sldMk cId="1083403848" sldId="837"/>
            <ac:spMk id="4" creationId="{8AC5C0EF-43BE-4BDF-918D-7615034C5B7E}"/>
          </ac:spMkLst>
        </pc:spChg>
        <pc:spChg chg="add mod">
          <ac:chgData name="문용권" userId="f4576892-5165-4ec3-8fee-308c2258f490" providerId="ADAL" clId="{2C2A3F98-7B61-4695-B247-E60684CC8DBA}" dt="2026-09-14T06:28:58.579" v="317" actId="1076"/>
          <ac:spMkLst>
            <pc:docMk/>
            <pc:sldMk cId="1083403848" sldId="837"/>
            <ac:spMk id="6" creationId="{8BE0EA6F-E293-427F-AC92-511FE526AD5F}"/>
          </ac:spMkLst>
        </pc:spChg>
        <pc:spChg chg="add mod">
          <ac:chgData name="문용권" userId="f4576892-5165-4ec3-8fee-308c2258f490" providerId="ADAL" clId="{2C2A3F98-7B61-4695-B247-E60684CC8DBA}" dt="2026-09-14T06:28:58.579" v="317" actId="1076"/>
          <ac:spMkLst>
            <pc:docMk/>
            <pc:sldMk cId="1083403848" sldId="837"/>
            <ac:spMk id="7" creationId="{0389441D-6412-48EE-B606-2F8506AD376E}"/>
          </ac:spMkLst>
        </pc:spChg>
        <pc:cxnChg chg="add mod">
          <ac:chgData name="문용권" userId="f4576892-5165-4ec3-8fee-308c2258f490" providerId="ADAL" clId="{2C2A3F98-7B61-4695-B247-E60684CC8DBA}" dt="2026-09-14T06:28:58.579" v="317" actId="1076"/>
          <ac:cxnSpMkLst>
            <pc:docMk/>
            <pc:sldMk cId="1083403848" sldId="837"/>
            <ac:cxnSpMk id="3" creationId="{DD3CAB6C-1986-40D1-ACF2-2CB9FD867F89}"/>
          </ac:cxnSpMkLst>
        </pc:cxnChg>
        <pc:cxnChg chg="add mod">
          <ac:chgData name="문용권" userId="f4576892-5165-4ec3-8fee-308c2258f490" providerId="ADAL" clId="{2C2A3F98-7B61-4695-B247-E60684CC8DBA}" dt="2026-09-14T06:28:58.579" v="317" actId="1076"/>
          <ac:cxnSpMkLst>
            <pc:docMk/>
            <pc:sldMk cId="1083403848" sldId="837"/>
            <ac:cxnSpMk id="5" creationId="{1E95D380-4D8B-4784-9D58-BD02103BFB43}"/>
          </ac:cxnSpMkLst>
        </pc:cxn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350084182" sldId="837"/>
        </pc:sldMkLst>
      </pc:sldChg>
      <pc:sldChg chg="addSp modSp new mod modTransition modAnim">
        <pc:chgData name="문용권" userId="f4576892-5165-4ec3-8fee-308c2258f490" providerId="ADAL" clId="{2C2A3F98-7B61-4695-B247-E60684CC8DBA}" dt="2026-09-14T06:29:12.819" v="325" actId="1076"/>
        <pc:sldMkLst>
          <pc:docMk/>
          <pc:sldMk cId="1614962134" sldId="838"/>
        </pc:sldMkLst>
        <pc:spChg chg="add mod">
          <ac:chgData name="문용권" userId="f4576892-5165-4ec3-8fee-308c2258f490" providerId="ADAL" clId="{2C2A3F98-7B61-4695-B247-E60684CC8DBA}" dt="2026-09-14T06:29:12.819" v="325" actId="1076"/>
          <ac:spMkLst>
            <pc:docMk/>
            <pc:sldMk cId="1614962134" sldId="838"/>
            <ac:spMk id="2" creationId="{4ABB2B95-70C1-49DD-8FBF-195B907FB376}"/>
          </ac:spMkLst>
        </pc:spChg>
        <pc:spChg chg="add mod">
          <ac:chgData name="문용권" userId="f4576892-5165-4ec3-8fee-308c2258f490" providerId="ADAL" clId="{2C2A3F98-7B61-4695-B247-E60684CC8DBA}" dt="2026-09-14T06:29:12.819" v="325" actId="1076"/>
          <ac:spMkLst>
            <pc:docMk/>
            <pc:sldMk cId="1614962134" sldId="838"/>
            <ac:spMk id="4" creationId="{323829EB-6DCB-4E7D-A700-F0CBE87B3C39}"/>
          </ac:spMkLst>
        </pc:spChg>
        <pc:spChg chg="add mod">
          <ac:chgData name="문용권" userId="f4576892-5165-4ec3-8fee-308c2258f490" providerId="ADAL" clId="{2C2A3F98-7B61-4695-B247-E60684CC8DBA}" dt="2026-09-14T06:29:12.819" v="325" actId="1076"/>
          <ac:spMkLst>
            <pc:docMk/>
            <pc:sldMk cId="1614962134" sldId="838"/>
            <ac:spMk id="5" creationId="{1D5CD63E-2D0B-490F-886F-C4BF577F0E0E}"/>
          </ac:spMkLst>
        </pc:spChg>
        <pc:spChg chg="add mod">
          <ac:chgData name="문용권" userId="f4576892-5165-4ec3-8fee-308c2258f490" providerId="ADAL" clId="{2C2A3F98-7B61-4695-B247-E60684CC8DBA}" dt="2026-09-14T06:29:12.819" v="325" actId="1076"/>
          <ac:spMkLst>
            <pc:docMk/>
            <pc:sldMk cId="1614962134" sldId="838"/>
            <ac:spMk id="6" creationId="{EA9A9077-F4AF-4D39-8CB3-5332B73872D5}"/>
          </ac:spMkLst>
        </pc:spChg>
        <pc:cxnChg chg="add mod">
          <ac:chgData name="문용권" userId="f4576892-5165-4ec3-8fee-308c2258f490" providerId="ADAL" clId="{2C2A3F98-7B61-4695-B247-E60684CC8DBA}" dt="2026-09-14T06:29:12.819" v="325" actId="1076"/>
          <ac:cxnSpMkLst>
            <pc:docMk/>
            <pc:sldMk cId="1614962134" sldId="838"/>
            <ac:cxnSpMk id="3" creationId="{8A8896C2-D5CF-4CFD-803E-64C3295C873F}"/>
          </ac:cxnSpMkLst>
        </pc:cxnChg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756341051" sldId="838"/>
        </pc:sldMkLst>
      </pc:sldChg>
      <pc:sldChg chg="new modTransition">
        <pc:chgData name="문용권" userId="f4576892-5165-4ec3-8fee-308c2258f490" providerId="ADAL" clId="{2C2A3F98-7B61-4695-B247-E60684CC8DBA}" dt="2026-09-14T06:29:04.461" v="323"/>
        <pc:sldMkLst>
          <pc:docMk/>
          <pc:sldMk cId="1045111801" sldId="839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642346687" sldId="839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26957313" sldId="840"/>
        </pc:sldMkLst>
      </pc:sldChg>
      <pc:sldChg chg="new modTransition">
        <pc:chgData name="문용권" userId="f4576892-5165-4ec3-8fee-308c2258f490" providerId="ADAL" clId="{2C2A3F98-7B61-4695-B247-E60684CC8DBA}" dt="2026-09-14T06:29:04.461" v="323"/>
        <pc:sldMkLst>
          <pc:docMk/>
          <pc:sldMk cId="1081071551" sldId="840"/>
        </pc:sldMkLst>
      </pc:sldChg>
      <pc:sldChg chg="new modTransition">
        <pc:chgData name="문용권" userId="f4576892-5165-4ec3-8fee-308c2258f490" providerId="ADAL" clId="{2C2A3F98-7B61-4695-B247-E60684CC8DBA}" dt="2026-09-14T06:29:04.461" v="323"/>
        <pc:sldMkLst>
          <pc:docMk/>
          <pc:sldMk cId="488407796" sldId="841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551048246" sldId="841"/>
        </pc:sldMkLst>
      </pc:sldChg>
      <pc:sldChg chg="new modTransition">
        <pc:chgData name="문용권" userId="f4576892-5165-4ec3-8fee-308c2258f490" providerId="ADAL" clId="{2C2A3F98-7B61-4695-B247-E60684CC8DBA}" dt="2026-09-14T06:29:04.461" v="323"/>
        <pc:sldMkLst>
          <pc:docMk/>
          <pc:sldMk cId="2472629231" sldId="842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170007503" sldId="842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862809020" sldId="843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800277529" sldId="844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989244393" sldId="845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60246477" sldId="846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419863351" sldId="847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3289831" sldId="848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858971214" sldId="849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658652537" sldId="850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58767665" sldId="851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2830968783" sldId="852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631834765" sldId="853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08771394" sldId="854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872374232" sldId="855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235689806" sldId="856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1284516667" sldId="857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4240058298" sldId="858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3883508087" sldId="859"/>
        </pc:sldMkLst>
      </pc:sldChg>
      <pc:sldChg chg="del">
        <pc:chgData name="문용권" userId="f4576892-5165-4ec3-8fee-308c2258f490" providerId="ADAL" clId="{2C2A3F98-7B61-4695-B247-E60684CC8DBA}" dt="2026-09-14T04:52:01.291" v="1" actId="47"/>
        <pc:sldMkLst>
          <pc:docMk/>
          <pc:sldMk cId="448281075" sldId="860"/>
        </pc:sldMkLst>
      </pc:sldChg>
    </pc:docChg>
  </pc:docChgLst>
  <pc:docChgLst>
    <pc:chgData name="문용권" userId="S::tyongkwons@godeok.sen.ms.kr::f4576892-5165-4ec3-8fee-308c2258f490" providerId="AD" clId="Web-{D6D81EFB-2DD0-499B-138F-68A6F41DBCA0}"/>
    <pc:docChg chg="addSld delSld modSld">
      <pc:chgData name="문용권" userId="S::tyongkwons@godeok.sen.ms.kr::f4576892-5165-4ec3-8fee-308c2258f490" providerId="AD" clId="Web-{D6D81EFB-2DD0-499B-138F-68A6F41DBCA0}" dt="2025-11-03T01:37:40.805" v="60" actId="14100"/>
      <pc:docMkLst>
        <pc:docMk/>
      </pc:docMkLst>
    </pc:docChg>
  </pc:docChgLst>
  <pc:docChgLst>
    <pc:chgData name="문용권" userId="f4576892-5165-4ec3-8fee-308c2258f490" providerId="ADAL" clId="{E9D0459F-AEF2-44D0-9A64-F313DD15782F}"/>
    <pc:docChg chg="undo custSel addSld delSld modSld">
      <pc:chgData name="문용권" userId="f4576892-5165-4ec3-8fee-308c2258f490" providerId="ADAL" clId="{E9D0459F-AEF2-44D0-9A64-F313DD15782F}" dt="2025-11-10T06:30:47.554" v="1018"/>
      <pc:docMkLst>
        <pc:docMk/>
      </pc:docMkLst>
    </pc:docChg>
  </pc:docChgLst>
  <pc:docChgLst>
    <pc:chgData name="문용권" userId="f4576892-5165-4ec3-8fee-308c2258f490" providerId="ADAL" clId="{311714EE-204E-4118-8269-16ED9C46BE31}"/>
    <pc:docChg chg="undo custSel addSld delSld modSld sldOrd">
      <pc:chgData name="문용권" userId="f4576892-5165-4ec3-8fee-308c2258f490" providerId="ADAL" clId="{311714EE-204E-4118-8269-16ED9C46BE31}" dt="2025-12-08T02:24:59.560" v="2344" actId="1076"/>
      <pc:docMkLst>
        <pc:docMk/>
      </pc:docMkLst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427048828" sldId="568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4218601271" sldId="738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412808186" sldId="739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944771397" sldId="741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4000199692" sldId="742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984352666" sldId="743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874514364" sldId="746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106331459" sldId="747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398581655" sldId="748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306182469" sldId="749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615792913" sldId="750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94463119" sldId="751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143687677" sldId="752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4169487190" sldId="753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740173448" sldId="754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983422534" sldId="755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999515880" sldId="756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03897285" sldId="757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756890343" sldId="758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350060308" sldId="759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193333707" sldId="760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57629964" sldId="761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158395408" sldId="762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912134136" sldId="763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158796197" sldId="764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424492245" sldId="765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163876593" sldId="766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429728226" sldId="767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736445075" sldId="768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778018137" sldId="769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365563085" sldId="770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4173307816" sldId="771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110201091" sldId="772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769959990" sldId="773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046695679" sldId="774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570856070" sldId="775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215625678" sldId="776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929064439" sldId="777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67756832" sldId="778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276586636" sldId="779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627040670" sldId="780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317511979" sldId="781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595845105" sldId="782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772705385" sldId="783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373464856" sldId="784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487926214" sldId="785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049027855" sldId="786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612798361" sldId="787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659715835" sldId="788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753268024" sldId="789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070301673" sldId="790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353475119" sldId="791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993339520" sldId="792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984820135" sldId="793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398369979" sldId="794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452792715" sldId="795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080143154" sldId="796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399525564" sldId="797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419666689" sldId="799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1607053299" sldId="800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79192242" sldId="801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853034044" sldId="802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989483447" sldId="803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953417905" sldId="804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4042269069" sldId="805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3727093183" sldId="806"/>
        </pc:sldMkLst>
      </pc:sldChg>
      <pc:sldChg chg="del">
        <pc:chgData name="문용권" userId="f4576892-5165-4ec3-8fee-308c2258f490" providerId="ADAL" clId="{311714EE-204E-4118-8269-16ED9C46BE31}" dt="2025-12-01T01:31:06.238" v="0" actId="47"/>
        <pc:sldMkLst>
          <pc:docMk/>
          <pc:sldMk cId="2596584850" sldId="807"/>
        </pc:sldMkLst>
      </pc:sldChg>
      <pc:sldChg chg="addSp modSp mod modAnim">
        <pc:chgData name="문용권" userId="f4576892-5165-4ec3-8fee-308c2258f490" providerId="ADAL" clId="{311714EE-204E-4118-8269-16ED9C46BE31}" dt="2025-12-01T04:45:40.932" v="720"/>
        <pc:sldMkLst>
          <pc:docMk/>
          <pc:sldMk cId="3016477097" sldId="821"/>
        </pc:sldMkLst>
        <pc:spChg chg="mod">
          <ac:chgData name="문용권" userId="f4576892-5165-4ec3-8fee-308c2258f490" providerId="ADAL" clId="{311714EE-204E-4118-8269-16ED9C46BE31}" dt="2025-12-01T04:45:38.438" v="719" actId="1076"/>
          <ac:spMkLst>
            <pc:docMk/>
            <pc:sldMk cId="3016477097" sldId="821"/>
            <ac:spMk id="2" creationId="{FBA776D4-E391-E97E-9C70-13E48019A269}"/>
          </ac:spMkLst>
        </pc:spChg>
        <pc:spChg chg="mod">
          <ac:chgData name="문용권" userId="f4576892-5165-4ec3-8fee-308c2258f490" providerId="ADAL" clId="{311714EE-204E-4118-8269-16ED9C46BE31}" dt="2025-12-01T04:45:09.509" v="701" actId="1076"/>
          <ac:spMkLst>
            <pc:docMk/>
            <pc:sldMk cId="3016477097" sldId="821"/>
            <ac:spMk id="3" creationId="{46211B33-E612-FD19-C08C-091FBAD51879}"/>
          </ac:spMkLst>
        </pc:spChg>
        <pc:spChg chg="mod">
          <ac:chgData name="문용권" userId="f4576892-5165-4ec3-8fee-308c2258f490" providerId="ADAL" clId="{311714EE-204E-4118-8269-16ED9C46BE31}" dt="2025-12-01T04:45:33.031" v="716" actId="14100"/>
          <ac:spMkLst>
            <pc:docMk/>
            <pc:sldMk cId="3016477097" sldId="821"/>
            <ac:spMk id="4" creationId="{2F12AF00-59F2-FF8F-2393-0FF944162740}"/>
          </ac:spMkLst>
        </pc:spChg>
        <pc:spChg chg="add mod">
          <ac:chgData name="문용권" userId="f4576892-5165-4ec3-8fee-308c2258f490" providerId="ADAL" clId="{311714EE-204E-4118-8269-16ED9C46BE31}" dt="2025-12-01T04:45:28.502" v="714" actId="1076"/>
          <ac:spMkLst>
            <pc:docMk/>
            <pc:sldMk cId="3016477097" sldId="821"/>
            <ac:spMk id="5" creationId="{B66F581C-14FF-4E2D-A7A7-776943C74E45}"/>
          </ac:spMkLst>
        </pc:spChg>
        <pc:spChg chg="add mod">
          <ac:chgData name="문용권" userId="f4576892-5165-4ec3-8fee-308c2258f490" providerId="ADAL" clId="{311714EE-204E-4118-8269-16ED9C46BE31}" dt="2025-12-01T04:45:35.929" v="718" actId="20577"/>
          <ac:spMkLst>
            <pc:docMk/>
            <pc:sldMk cId="3016477097" sldId="821"/>
            <ac:spMk id="6" creationId="{F432F102-3ACB-46E5-BF03-6A03E796B4F2}"/>
          </ac:spMkLst>
        </pc:spChg>
      </pc:sldChg>
      <pc:sldChg chg="addSp delSp modSp mod">
        <pc:chgData name="문용권" userId="f4576892-5165-4ec3-8fee-308c2258f490" providerId="ADAL" clId="{311714EE-204E-4118-8269-16ED9C46BE31}" dt="2025-12-01T04:26:37.755" v="202" actId="478"/>
        <pc:sldMkLst>
          <pc:docMk/>
          <pc:sldMk cId="2249227046" sldId="829"/>
        </pc:sldMkLst>
        <pc:spChg chg="add del mod">
          <ac:chgData name="문용권" userId="f4576892-5165-4ec3-8fee-308c2258f490" providerId="ADAL" clId="{311714EE-204E-4118-8269-16ED9C46BE31}" dt="2025-12-01T04:26:37.755" v="202" actId="478"/>
          <ac:spMkLst>
            <pc:docMk/>
            <pc:sldMk cId="2249227046" sldId="829"/>
            <ac:spMk id="14" creationId="{37F71538-0FA3-4984-A1BE-BFF35450DE00}"/>
          </ac:spMkLst>
        </pc:spChg>
      </pc:sldChg>
      <pc:sldChg chg="addSp modSp new mod">
        <pc:chgData name="문용권" userId="f4576892-5165-4ec3-8fee-308c2258f490" providerId="ADAL" clId="{311714EE-204E-4118-8269-16ED9C46BE31}" dt="2025-12-01T06:20:55.958" v="1765"/>
        <pc:sldMkLst>
          <pc:docMk/>
          <pc:sldMk cId="1156340050" sldId="830"/>
        </pc:sldMkLst>
        <pc:grpChg chg="add mod">
          <ac:chgData name="문용권" userId="f4576892-5165-4ec3-8fee-308c2258f490" providerId="ADAL" clId="{311714EE-204E-4118-8269-16ED9C46BE31}" dt="2025-12-01T01:33:25.463" v="31" actId="1076"/>
          <ac:grpSpMkLst>
            <pc:docMk/>
            <pc:sldMk cId="1156340050" sldId="830"/>
            <ac:grpSpMk id="5" creationId="{AF99CB62-6D4B-4E7A-9693-20D6AE89A94C}"/>
          </ac:grpSpMkLst>
        </pc:grpChg>
        <pc:graphicFrameChg chg="add mod">
          <ac:chgData name="문용권" userId="f4576892-5165-4ec3-8fee-308c2258f490" providerId="ADAL" clId="{311714EE-204E-4118-8269-16ED9C46BE31}" dt="2025-12-01T01:33:20.786" v="28" actId="1076"/>
          <ac:graphicFrameMkLst>
            <pc:docMk/>
            <pc:sldMk cId="1156340050" sldId="830"/>
            <ac:graphicFrameMk id="2" creationId="{68DD5DB1-0353-46DC-8A6A-5153DC21138A}"/>
          </ac:graphicFrameMkLst>
        </pc:graphicFrameChg>
        <pc:graphicFrameChg chg="add mod">
          <ac:chgData name="문용권" userId="f4576892-5165-4ec3-8fee-308c2258f490" providerId="ADAL" clId="{311714EE-204E-4118-8269-16ED9C46BE31}" dt="2025-12-01T01:31:43.551" v="7" actId="1076"/>
          <ac:graphicFrameMkLst>
            <pc:docMk/>
            <pc:sldMk cId="1156340050" sldId="830"/>
            <ac:graphicFrameMk id="4" creationId="{959DC781-4512-46CF-9248-EAF322C9558F}"/>
          </ac:graphicFrameMkLst>
        </pc:graphicFrameChg>
        <pc:graphicFrameChg chg="add mod">
          <ac:chgData name="문용권" userId="f4576892-5165-4ec3-8fee-308c2258f490" providerId="ADAL" clId="{311714EE-204E-4118-8269-16ED9C46BE31}" dt="2025-12-01T06:20:55.958" v="1765"/>
          <ac:graphicFrameMkLst>
            <pc:docMk/>
            <pc:sldMk cId="1156340050" sldId="830"/>
            <ac:graphicFrameMk id="7" creationId="{30F52386-A711-4342-957E-2F70D4B482B8}"/>
          </ac:graphicFrameMkLst>
        </pc:graphicFrameChg>
        <pc:picChg chg="add mod">
          <ac:chgData name="문용권" userId="f4576892-5165-4ec3-8fee-308c2258f490" providerId="ADAL" clId="{311714EE-204E-4118-8269-16ED9C46BE31}" dt="2025-12-01T01:32:02.387" v="18" actId="164"/>
          <ac:picMkLst>
            <pc:docMk/>
            <pc:sldMk cId="1156340050" sldId="830"/>
            <ac:picMk id="3" creationId="{18243694-513B-4E8E-B8D2-D4144D120200}"/>
          </ac:picMkLst>
        </pc:picChg>
        <pc:picChg chg="add mod">
          <ac:chgData name="문용권" userId="f4576892-5165-4ec3-8fee-308c2258f490" providerId="ADAL" clId="{311714EE-204E-4118-8269-16ED9C46BE31}" dt="2025-12-01T01:39:20.919" v="70" actId="1076"/>
          <ac:picMkLst>
            <pc:docMk/>
            <pc:sldMk cId="1156340050" sldId="830"/>
            <ac:picMk id="6" creationId="{999D365B-806C-4C63-9FA4-39B64F27E6AB}"/>
          </ac:picMkLst>
        </pc:picChg>
      </pc:sldChg>
      <pc:sldChg chg="addSp delSp modSp add mod modTransition delAnim modAnim">
        <pc:chgData name="문용권" userId="f4576892-5165-4ec3-8fee-308c2258f490" providerId="ADAL" clId="{311714EE-204E-4118-8269-16ED9C46BE31}" dt="2025-12-08T02:24:59.560" v="2344" actId="1076"/>
        <pc:sldMkLst>
          <pc:docMk/>
          <pc:sldMk cId="4260705416" sldId="831"/>
        </pc:sldMkLst>
        <pc:spChg chg="add mod">
          <ac:chgData name="문용권" userId="f4576892-5165-4ec3-8fee-308c2258f490" providerId="ADAL" clId="{311714EE-204E-4118-8269-16ED9C46BE31}" dt="2025-12-01T01:44:25.974" v="72" actId="1076"/>
          <ac:spMkLst>
            <pc:docMk/>
            <pc:sldMk cId="4260705416" sldId="831"/>
            <ac:spMk id="10" creationId="{AB1EC445-ED85-4710-ADA8-07A26B72C3AC}"/>
          </ac:spMkLst>
        </pc:spChg>
        <pc:spChg chg="add mod">
          <ac:chgData name="문용권" userId="f4576892-5165-4ec3-8fee-308c2258f490" providerId="ADAL" clId="{311714EE-204E-4118-8269-16ED9C46BE31}" dt="2025-12-01T01:44:39.069" v="85" actId="1076"/>
          <ac:spMkLst>
            <pc:docMk/>
            <pc:sldMk cId="4260705416" sldId="831"/>
            <ac:spMk id="12" creationId="{9AAF4ECF-236B-4A4B-8543-DF028FCA8119}"/>
          </ac:spMkLst>
        </pc:spChg>
        <pc:spChg chg="add mod">
          <ac:chgData name="문용권" userId="f4576892-5165-4ec3-8fee-308c2258f490" providerId="ADAL" clId="{311714EE-204E-4118-8269-16ED9C46BE31}" dt="2025-12-08T02:24:59.560" v="2344" actId="1076"/>
          <ac:spMkLst>
            <pc:docMk/>
            <pc:sldMk cId="4260705416" sldId="831"/>
            <ac:spMk id="13" creationId="{4C424CC1-9154-4C70-8746-1606A8159E98}"/>
          </ac:spMkLst>
        </pc:spChg>
        <pc:spChg chg="add mod">
          <ac:chgData name="문용권" userId="f4576892-5165-4ec3-8fee-308c2258f490" providerId="ADAL" clId="{311714EE-204E-4118-8269-16ED9C46BE31}" dt="2025-12-01T04:24:32.945" v="87" actId="1076"/>
          <ac:spMkLst>
            <pc:docMk/>
            <pc:sldMk cId="4260705416" sldId="831"/>
            <ac:spMk id="14" creationId="{424AD050-677E-4864-A71D-E5FC7F0A4DC4}"/>
          </ac:spMkLst>
        </pc:spChg>
        <pc:spChg chg="add mod">
          <ac:chgData name="문용권" userId="f4576892-5165-4ec3-8fee-308c2258f490" providerId="ADAL" clId="{311714EE-204E-4118-8269-16ED9C46BE31}" dt="2025-12-01T04:24:46.344" v="91" actId="1076"/>
          <ac:spMkLst>
            <pc:docMk/>
            <pc:sldMk cId="4260705416" sldId="831"/>
            <ac:spMk id="15" creationId="{0DF417C6-2E56-4A12-8684-17F96B7412D1}"/>
          </ac:spMkLst>
        </pc:spChg>
        <pc:spChg chg="add del mod">
          <ac:chgData name="문용권" userId="f4576892-5165-4ec3-8fee-308c2258f490" providerId="ADAL" clId="{311714EE-204E-4118-8269-16ED9C46BE31}" dt="2025-12-01T04:24:51.135" v="93" actId="478"/>
          <ac:spMkLst>
            <pc:docMk/>
            <pc:sldMk cId="4260705416" sldId="831"/>
            <ac:spMk id="16" creationId="{8986AA58-FFDC-46F8-8B20-F3F8A1AA1183}"/>
          </ac:spMkLst>
        </pc:spChg>
        <pc:spChg chg="add mod">
          <ac:chgData name="문용권" userId="f4576892-5165-4ec3-8fee-308c2258f490" providerId="ADAL" clId="{311714EE-204E-4118-8269-16ED9C46BE31}" dt="2025-12-01T04:24:53.434" v="94" actId="571"/>
          <ac:spMkLst>
            <pc:docMk/>
            <pc:sldMk cId="4260705416" sldId="831"/>
            <ac:spMk id="17" creationId="{DFC67D92-86FD-4AA3-8343-009466B270EE}"/>
          </ac:spMkLst>
        </pc:spChg>
        <pc:grpChg chg="add del mod">
          <ac:chgData name="문용권" userId="f4576892-5165-4ec3-8fee-308c2258f490" providerId="ADAL" clId="{311714EE-204E-4118-8269-16ED9C46BE31}" dt="2025-12-01T01:36:41.033" v="32" actId="478"/>
          <ac:grpSpMkLst>
            <pc:docMk/>
            <pc:sldMk cId="4260705416" sldId="831"/>
            <ac:grpSpMk id="5" creationId="{75BC73F4-5B4D-401B-8D0F-081CB602420E}"/>
          </ac:grpSpMkLst>
        </pc:grpChg>
        <pc:grpChg chg="add mod">
          <ac:chgData name="문용권" userId="f4576892-5165-4ec3-8fee-308c2258f490" providerId="ADAL" clId="{311714EE-204E-4118-8269-16ED9C46BE31}" dt="2025-12-01T01:36:57.806" v="37" actId="1076"/>
          <ac:grpSpMkLst>
            <pc:docMk/>
            <pc:sldMk cId="4260705416" sldId="831"/>
            <ac:grpSpMk id="7" creationId="{A529573E-2E3E-48CA-B621-924A85376B59}"/>
          </ac:grpSpMkLst>
        </pc:grpChg>
        <pc:graphicFrameChg chg="mod">
          <ac:chgData name="문용권" userId="f4576892-5165-4ec3-8fee-308c2258f490" providerId="ADAL" clId="{311714EE-204E-4118-8269-16ED9C46BE31}" dt="2025-12-01T01:32:05.728" v="21" actId="1076"/>
          <ac:graphicFrameMkLst>
            <pc:docMk/>
            <pc:sldMk cId="4260705416" sldId="831"/>
            <ac:graphicFrameMk id="2" creationId="{68DD5DB1-0353-46DC-8A6A-5153DC21138A}"/>
          </ac:graphicFrameMkLst>
        </pc:graphicFrameChg>
        <pc:graphicFrameChg chg="add mod">
          <ac:chgData name="문용권" userId="f4576892-5165-4ec3-8fee-308c2258f490" providerId="ADAL" clId="{311714EE-204E-4118-8269-16ED9C46BE31}" dt="2025-12-01T01:33:15.741" v="25" actId="1076"/>
          <ac:graphicFrameMkLst>
            <pc:docMk/>
            <pc:sldMk cId="4260705416" sldId="831"/>
            <ac:graphicFrameMk id="6" creationId="{B31943CB-BC25-45A2-AFC2-98B657992991}"/>
          </ac:graphicFrameMkLst>
        </pc:graphicFrameChg>
        <pc:graphicFrameChg chg="mod">
          <ac:chgData name="문용권" userId="f4576892-5165-4ec3-8fee-308c2258f490" providerId="ADAL" clId="{311714EE-204E-4118-8269-16ED9C46BE31}" dt="2025-12-08T02:24:09.992" v="2340" actId="1076"/>
          <ac:graphicFrameMkLst>
            <pc:docMk/>
            <pc:sldMk cId="4260705416" sldId="831"/>
            <ac:graphicFrameMk id="8" creationId="{72162AAB-A443-43FE-AEF4-452B24ACCF68}"/>
          </ac:graphicFrameMkLst>
        </pc:graphicFrameChg>
        <pc:picChg chg="mod">
          <ac:chgData name="문용권" userId="f4576892-5165-4ec3-8fee-308c2258f490" providerId="ADAL" clId="{311714EE-204E-4118-8269-16ED9C46BE31}" dt="2025-12-01T01:32:04.379" v="19" actId="164"/>
          <ac:picMkLst>
            <pc:docMk/>
            <pc:sldMk cId="4260705416" sldId="831"/>
            <ac:picMk id="3" creationId="{18243694-513B-4E8E-B8D2-D4144D120200}"/>
          </ac:picMkLst>
        </pc:picChg>
        <pc:picChg chg="mod">
          <ac:chgData name="문용권" userId="f4576892-5165-4ec3-8fee-308c2258f490" providerId="ADAL" clId="{311714EE-204E-4118-8269-16ED9C46BE31}" dt="2025-12-01T01:36:41.218" v="33"/>
          <ac:picMkLst>
            <pc:docMk/>
            <pc:sldMk cId="4260705416" sldId="831"/>
            <ac:picMk id="9" creationId="{646CB5E2-3A6B-42E7-9135-7DB3AE1F476B}"/>
          </ac:picMkLst>
        </pc:picChg>
        <pc:picChg chg="add mod">
          <ac:chgData name="문용권" userId="f4576892-5165-4ec3-8fee-308c2258f490" providerId="ADAL" clId="{311714EE-204E-4118-8269-16ED9C46BE31}" dt="2025-12-01T01:39:28.018" v="71"/>
          <ac:picMkLst>
            <pc:docMk/>
            <pc:sldMk cId="4260705416" sldId="831"/>
            <ac:picMk id="11" creationId="{76869591-B331-48BF-88F6-30B5C75D791B}"/>
          </ac:picMkLst>
        </pc:picChg>
      </pc:sldChg>
      <pc:sldChg chg="addSp delSp modSp add mod modTransition addAnim delAnim modAnim">
        <pc:chgData name="문용권" userId="f4576892-5165-4ec3-8fee-308c2258f490" providerId="ADAL" clId="{311714EE-204E-4118-8269-16ED9C46BE31}" dt="2025-12-01T04:27:56.856" v="454"/>
        <pc:sldMkLst>
          <pc:docMk/>
          <pc:sldMk cId="1387942772" sldId="832"/>
        </pc:sldMkLst>
        <pc:spChg chg="add del mod">
          <ac:chgData name="문용권" userId="f4576892-5165-4ec3-8fee-308c2258f490" providerId="ADAL" clId="{311714EE-204E-4118-8269-16ED9C46BE31}" dt="2025-12-01T04:26:02.903" v="113" actId="1076"/>
          <ac:spMkLst>
            <pc:docMk/>
            <pc:sldMk cId="1387942772" sldId="832"/>
            <ac:spMk id="12" creationId="{9AAF4ECF-236B-4A4B-8543-DF028FCA8119}"/>
          </ac:spMkLst>
        </pc:spChg>
        <pc:spChg chg="del">
          <ac:chgData name="문용권" userId="f4576892-5165-4ec3-8fee-308c2258f490" providerId="ADAL" clId="{311714EE-204E-4118-8269-16ED9C46BE31}" dt="2025-12-01T04:25:22.544" v="97" actId="478"/>
          <ac:spMkLst>
            <pc:docMk/>
            <pc:sldMk cId="1387942772" sldId="832"/>
            <ac:spMk id="13" creationId="{4C424CC1-9154-4C70-8746-1606A8159E98}"/>
          </ac:spMkLst>
        </pc:spChg>
        <pc:spChg chg="del">
          <ac:chgData name="문용권" userId="f4576892-5165-4ec3-8fee-308c2258f490" providerId="ADAL" clId="{311714EE-204E-4118-8269-16ED9C46BE31}" dt="2025-12-01T04:25:24.803" v="100" actId="478"/>
          <ac:spMkLst>
            <pc:docMk/>
            <pc:sldMk cId="1387942772" sldId="832"/>
            <ac:spMk id="14" creationId="{424AD050-677E-4864-A71D-E5FC7F0A4DC4}"/>
          </ac:spMkLst>
        </pc:spChg>
        <pc:spChg chg="del">
          <ac:chgData name="문용권" userId="f4576892-5165-4ec3-8fee-308c2258f490" providerId="ADAL" clId="{311714EE-204E-4118-8269-16ED9C46BE31}" dt="2025-12-01T04:25:23.275" v="98" actId="478"/>
          <ac:spMkLst>
            <pc:docMk/>
            <pc:sldMk cId="1387942772" sldId="832"/>
            <ac:spMk id="15" creationId="{0DF417C6-2E56-4A12-8684-17F96B7412D1}"/>
          </ac:spMkLst>
        </pc:spChg>
        <pc:spChg chg="del">
          <ac:chgData name="문용권" userId="f4576892-5165-4ec3-8fee-308c2258f490" providerId="ADAL" clId="{311714EE-204E-4118-8269-16ED9C46BE31}" dt="2025-12-01T04:25:23.725" v="99" actId="478"/>
          <ac:spMkLst>
            <pc:docMk/>
            <pc:sldMk cId="1387942772" sldId="832"/>
            <ac:spMk id="17" creationId="{DFC67D92-86FD-4AA3-8343-009466B270EE}"/>
          </ac:spMkLst>
        </pc:spChg>
        <pc:spChg chg="add mod">
          <ac:chgData name="문용권" userId="f4576892-5165-4ec3-8fee-308c2258f490" providerId="ADAL" clId="{311714EE-204E-4118-8269-16ED9C46BE31}" dt="2025-12-01T04:27:24.966" v="452" actId="20577"/>
          <ac:spMkLst>
            <pc:docMk/>
            <pc:sldMk cId="1387942772" sldId="832"/>
            <ac:spMk id="20" creationId="{71BAF9F7-CFFC-490C-951E-EA0895D05AA5}"/>
          </ac:spMkLst>
        </pc:spChg>
        <pc:grpChg chg="del">
          <ac:chgData name="문용권" userId="f4576892-5165-4ec3-8fee-308c2258f490" providerId="ADAL" clId="{311714EE-204E-4118-8269-16ED9C46BE31}" dt="2025-12-01T04:25:36.381" v="105" actId="478"/>
          <ac:grpSpMkLst>
            <pc:docMk/>
            <pc:sldMk cId="1387942772" sldId="832"/>
            <ac:grpSpMk id="7" creationId="{A529573E-2E3E-48CA-B621-924A85376B59}"/>
          </ac:grpSpMkLst>
        </pc:grpChg>
        <pc:grpChg chg="add mod">
          <ac:chgData name="문용권" userId="f4576892-5165-4ec3-8fee-308c2258f490" providerId="ADAL" clId="{311714EE-204E-4118-8269-16ED9C46BE31}" dt="2025-12-01T04:26:00.553" v="112" actId="1076"/>
          <ac:grpSpMkLst>
            <pc:docMk/>
            <pc:sldMk cId="1387942772" sldId="832"/>
            <ac:grpSpMk id="16" creationId="{C2904AAB-BA30-437C-BDA6-E8A4C583B32D}"/>
          </ac:grpSpMkLst>
        </pc:grpChg>
        <pc:graphicFrameChg chg="mod">
          <ac:chgData name="문용권" userId="f4576892-5165-4ec3-8fee-308c2258f490" providerId="ADAL" clId="{311714EE-204E-4118-8269-16ED9C46BE31}" dt="2025-12-01T04:25:51.858" v="110" actId="1076"/>
          <ac:graphicFrameMkLst>
            <pc:docMk/>
            <pc:sldMk cId="1387942772" sldId="832"/>
            <ac:graphicFrameMk id="4" creationId="{959DC781-4512-46CF-9248-EAF322C9558F}"/>
          </ac:graphicFrameMkLst>
        </pc:graphicFrameChg>
        <pc:graphicFrameChg chg="mod">
          <ac:chgData name="문용권" userId="f4576892-5165-4ec3-8fee-308c2258f490" providerId="ADAL" clId="{311714EE-204E-4118-8269-16ED9C46BE31}" dt="2025-12-01T04:25:56.264" v="111" actId="1076"/>
          <ac:graphicFrameMkLst>
            <pc:docMk/>
            <pc:sldMk cId="1387942772" sldId="832"/>
            <ac:graphicFrameMk id="6" creationId="{B31943CB-BC25-45A2-AFC2-98B657992991}"/>
          </ac:graphicFrameMkLst>
        </pc:graphicFrameChg>
        <pc:graphicFrameChg chg="del topLvl">
          <ac:chgData name="문용권" userId="f4576892-5165-4ec3-8fee-308c2258f490" providerId="ADAL" clId="{311714EE-204E-4118-8269-16ED9C46BE31}" dt="2025-12-01T04:25:36.381" v="105" actId="478"/>
          <ac:graphicFrameMkLst>
            <pc:docMk/>
            <pc:sldMk cId="1387942772" sldId="832"/>
            <ac:graphicFrameMk id="8" creationId="{72162AAB-A443-43FE-AEF4-452B24ACCF68}"/>
          </ac:graphicFrameMkLst>
        </pc:graphicFrameChg>
        <pc:graphicFrameChg chg="mod">
          <ac:chgData name="문용권" userId="f4576892-5165-4ec3-8fee-308c2258f490" providerId="ADAL" clId="{311714EE-204E-4118-8269-16ED9C46BE31}" dt="2025-12-01T04:25:41.298" v="106"/>
          <ac:graphicFrameMkLst>
            <pc:docMk/>
            <pc:sldMk cId="1387942772" sldId="832"/>
            <ac:graphicFrameMk id="18" creationId="{5DD4DEF2-43C7-41F1-BB2A-A095B4D1EA17}"/>
          </ac:graphicFrameMkLst>
        </pc:graphicFrameChg>
        <pc:picChg chg="topLvl">
          <ac:chgData name="문용권" userId="f4576892-5165-4ec3-8fee-308c2258f490" providerId="ADAL" clId="{311714EE-204E-4118-8269-16ED9C46BE31}" dt="2025-12-01T04:25:36.381" v="105" actId="478"/>
          <ac:picMkLst>
            <pc:docMk/>
            <pc:sldMk cId="1387942772" sldId="832"/>
            <ac:picMk id="9" creationId="{646CB5E2-3A6B-42E7-9135-7DB3AE1F476B}"/>
          </ac:picMkLst>
        </pc:picChg>
        <pc:picChg chg="mod">
          <ac:chgData name="문용권" userId="f4576892-5165-4ec3-8fee-308c2258f490" providerId="ADAL" clId="{311714EE-204E-4118-8269-16ED9C46BE31}" dt="2025-12-01T04:25:41.298" v="106"/>
          <ac:picMkLst>
            <pc:docMk/>
            <pc:sldMk cId="1387942772" sldId="832"/>
            <ac:picMk id="19" creationId="{C21E058B-EC16-4B09-BBC4-9291BB3799C0}"/>
          </ac:picMkLst>
        </pc:picChg>
      </pc:sldChg>
      <pc:sldChg chg="modSp add mod modAnim">
        <pc:chgData name="문용권" userId="f4576892-5165-4ec3-8fee-308c2258f490" providerId="ADAL" clId="{311714EE-204E-4118-8269-16ED9C46BE31}" dt="2025-12-01T04:27:16.446" v="444" actId="1076"/>
        <pc:sldMkLst>
          <pc:docMk/>
          <pc:sldMk cId="830359874" sldId="833"/>
        </pc:sldMkLst>
        <pc:spChg chg="mod">
          <ac:chgData name="문용권" userId="f4576892-5165-4ec3-8fee-308c2258f490" providerId="ADAL" clId="{311714EE-204E-4118-8269-16ED9C46BE31}" dt="2025-12-01T04:27:16.446" v="444" actId="1076"/>
          <ac:spMkLst>
            <pc:docMk/>
            <pc:sldMk cId="830359874" sldId="833"/>
            <ac:spMk id="7" creationId="{26DA64BF-F23D-F77A-172A-5A6954547156}"/>
          </ac:spMkLst>
        </pc:spChg>
      </pc:sldChg>
      <pc:sldChg chg="addSp modSp new mod modTransition modAnim">
        <pc:chgData name="문용권" userId="f4576892-5165-4ec3-8fee-308c2258f490" providerId="ADAL" clId="{311714EE-204E-4118-8269-16ED9C46BE31}" dt="2025-12-01T04:47:42.799" v="941" actId="6549"/>
        <pc:sldMkLst>
          <pc:docMk/>
          <pc:sldMk cId="1685830393" sldId="834"/>
        </pc:sldMkLst>
        <pc:spChg chg="add mod">
          <ac:chgData name="문용권" userId="f4576892-5165-4ec3-8fee-308c2258f490" providerId="ADAL" clId="{311714EE-204E-4118-8269-16ED9C46BE31}" dt="2025-12-01T04:46:57.102" v="937" actId="1076"/>
          <ac:spMkLst>
            <pc:docMk/>
            <pc:sldMk cId="1685830393" sldId="834"/>
            <ac:spMk id="2" creationId="{CA490AFC-459C-4445-AB29-68D24A1A6E9A}"/>
          </ac:spMkLst>
        </pc:spChg>
        <pc:spChg chg="add mod">
          <ac:chgData name="문용권" userId="f4576892-5165-4ec3-8fee-308c2258f490" providerId="ADAL" clId="{311714EE-204E-4118-8269-16ED9C46BE31}" dt="2025-12-01T04:47:42.799" v="941" actId="6549"/>
          <ac:spMkLst>
            <pc:docMk/>
            <pc:sldMk cId="1685830393" sldId="834"/>
            <ac:spMk id="3" creationId="{F183CEC4-6B26-49B0-B1D2-764EDC1692C1}"/>
          </ac:spMkLst>
        </pc:spChg>
      </pc:sldChg>
      <pc:sldChg chg="add del">
        <pc:chgData name="문용권" userId="f4576892-5165-4ec3-8fee-308c2258f490" providerId="ADAL" clId="{311714EE-204E-4118-8269-16ED9C46BE31}" dt="2025-12-01T04:45:48.893" v="721" actId="47"/>
        <pc:sldMkLst>
          <pc:docMk/>
          <pc:sldMk cId="279690217" sldId="835"/>
        </pc:sldMkLst>
      </pc:sldChg>
      <pc:sldChg chg="addSp delSp modSp add mod modAnim">
        <pc:chgData name="문용권" userId="f4576892-5165-4ec3-8fee-308c2258f490" providerId="ADAL" clId="{311714EE-204E-4118-8269-16ED9C46BE31}" dt="2025-12-01T04:43:14.094" v="556" actId="1076"/>
        <pc:sldMkLst>
          <pc:docMk/>
          <pc:sldMk cId="23330445" sldId="836"/>
        </pc:sldMkLst>
        <pc:spChg chg="mod">
          <ac:chgData name="문용권" userId="f4576892-5165-4ec3-8fee-308c2258f490" providerId="ADAL" clId="{311714EE-204E-4118-8269-16ED9C46BE31}" dt="2025-12-01T04:42:28.302" v="474" actId="1076"/>
          <ac:spMkLst>
            <pc:docMk/>
            <pc:sldMk cId="23330445" sldId="836"/>
            <ac:spMk id="3" creationId="{BEA75101-A4F8-B371-5C03-6DEBE3EB5511}"/>
          </ac:spMkLst>
        </pc:spChg>
        <pc:spChg chg="mod">
          <ac:chgData name="문용권" userId="f4576892-5165-4ec3-8fee-308c2258f490" providerId="ADAL" clId="{311714EE-204E-4118-8269-16ED9C46BE31}" dt="2025-12-01T04:42:28.302" v="474" actId="1076"/>
          <ac:spMkLst>
            <pc:docMk/>
            <pc:sldMk cId="23330445" sldId="836"/>
            <ac:spMk id="4" creationId="{6E853634-95D1-72C5-682A-6D275C396C59}"/>
          </ac:spMkLst>
        </pc:spChg>
        <pc:spChg chg="mod">
          <ac:chgData name="문용권" userId="f4576892-5165-4ec3-8fee-308c2258f490" providerId="ADAL" clId="{311714EE-204E-4118-8269-16ED9C46BE31}" dt="2025-12-01T04:42:28.302" v="474" actId="1076"/>
          <ac:spMkLst>
            <pc:docMk/>
            <pc:sldMk cId="23330445" sldId="836"/>
            <ac:spMk id="5" creationId="{AC2B83A7-5C74-A9B3-8AD2-BEE864066643}"/>
          </ac:spMkLst>
        </pc:spChg>
        <pc:spChg chg="add mod">
          <ac:chgData name="문용권" userId="f4576892-5165-4ec3-8fee-308c2258f490" providerId="ADAL" clId="{311714EE-204E-4118-8269-16ED9C46BE31}" dt="2025-12-01T04:42:30.481" v="476" actId="571"/>
          <ac:spMkLst>
            <pc:docMk/>
            <pc:sldMk cId="23330445" sldId="836"/>
            <ac:spMk id="13" creationId="{91FD098D-CF5D-4F4D-B033-2DF5C8BBA751}"/>
          </ac:spMkLst>
        </pc:spChg>
        <pc:spChg chg="add mod">
          <ac:chgData name="문용권" userId="f4576892-5165-4ec3-8fee-308c2258f490" providerId="ADAL" clId="{311714EE-204E-4118-8269-16ED9C46BE31}" dt="2025-12-01T04:43:00.015" v="537" actId="1076"/>
          <ac:spMkLst>
            <pc:docMk/>
            <pc:sldMk cId="23330445" sldId="836"/>
            <ac:spMk id="15" creationId="{2070C618-45A0-442F-A7FE-939A03628E64}"/>
          </ac:spMkLst>
        </pc:spChg>
        <pc:spChg chg="add mod">
          <ac:chgData name="문용권" userId="f4576892-5165-4ec3-8fee-308c2258f490" providerId="ADAL" clId="{311714EE-204E-4118-8269-16ED9C46BE31}" dt="2025-12-01T04:42:57.487" v="536" actId="1076"/>
          <ac:spMkLst>
            <pc:docMk/>
            <pc:sldMk cId="23330445" sldId="836"/>
            <ac:spMk id="16" creationId="{398301E9-C528-4C11-B80C-93B8F65BBFE3}"/>
          </ac:spMkLst>
        </pc:spChg>
        <pc:spChg chg="add mod">
          <ac:chgData name="문용권" userId="f4576892-5165-4ec3-8fee-308c2258f490" providerId="ADAL" clId="{311714EE-204E-4118-8269-16ED9C46BE31}" dt="2025-12-01T04:43:14.094" v="556" actId="1076"/>
          <ac:spMkLst>
            <pc:docMk/>
            <pc:sldMk cId="23330445" sldId="836"/>
            <ac:spMk id="17" creationId="{5430E866-AEBE-48AB-B76E-D168E5F94405}"/>
          </ac:spMkLst>
        </pc:spChg>
        <pc:spChg chg="del mod">
          <ac:chgData name="문용권" userId="f4576892-5165-4ec3-8fee-308c2258f490" providerId="ADAL" clId="{311714EE-204E-4118-8269-16ED9C46BE31}" dt="2025-12-01T04:42:20.080" v="469" actId="478"/>
          <ac:spMkLst>
            <pc:docMk/>
            <pc:sldMk cId="23330445" sldId="836"/>
            <ac:spMk id="20" creationId="{385E4F4B-39D1-BB48-50C6-AB649B6ACBA1}"/>
          </ac:spMkLst>
        </pc:spChg>
        <pc:spChg chg="del mod">
          <ac:chgData name="문용권" userId="f4576892-5165-4ec3-8fee-308c2258f490" providerId="ADAL" clId="{311714EE-204E-4118-8269-16ED9C46BE31}" dt="2025-12-01T04:42:21.779" v="471" actId="478"/>
          <ac:spMkLst>
            <pc:docMk/>
            <pc:sldMk cId="23330445" sldId="836"/>
            <ac:spMk id="22" creationId="{3C6B6D39-4B16-6B24-4314-552D4322A5E4}"/>
          </ac:spMkLst>
        </pc:spChg>
        <pc:cxnChg chg="mod">
          <ac:chgData name="문용권" userId="f4576892-5165-4ec3-8fee-308c2258f490" providerId="ADAL" clId="{311714EE-204E-4118-8269-16ED9C46BE31}" dt="2025-12-01T04:42:28.302" v="474" actId="1076"/>
          <ac:cxnSpMkLst>
            <pc:docMk/>
            <pc:sldMk cId="23330445" sldId="836"/>
            <ac:cxnSpMk id="8" creationId="{52BB22D4-ADF4-2742-46CF-78DD28F45507}"/>
          </ac:cxnSpMkLst>
        </pc:cxnChg>
        <pc:cxnChg chg="mod">
          <ac:chgData name="문용권" userId="f4576892-5165-4ec3-8fee-308c2258f490" providerId="ADAL" clId="{311714EE-204E-4118-8269-16ED9C46BE31}" dt="2025-12-01T04:42:28.302" v="474" actId="1076"/>
          <ac:cxnSpMkLst>
            <pc:docMk/>
            <pc:sldMk cId="23330445" sldId="836"/>
            <ac:cxnSpMk id="10" creationId="{377EEA1A-2544-C20B-9E1E-8D93B8D41A18}"/>
          </ac:cxnSpMkLst>
        </pc:cxnChg>
        <pc:cxnChg chg="del mod">
          <ac:chgData name="문용권" userId="f4576892-5165-4ec3-8fee-308c2258f490" providerId="ADAL" clId="{311714EE-204E-4118-8269-16ED9C46BE31}" dt="2025-12-01T04:42:20.600" v="470" actId="478"/>
          <ac:cxnSpMkLst>
            <pc:docMk/>
            <pc:sldMk cId="23330445" sldId="836"/>
            <ac:cxnSpMk id="14" creationId="{76D6D4B9-CBB2-B56F-8B63-C05F901F36DD}"/>
          </ac:cxnSpMkLst>
        </pc:cxnChg>
        <pc:cxnChg chg="del mod">
          <ac:chgData name="문용권" userId="f4576892-5165-4ec3-8fee-308c2258f490" providerId="ADAL" clId="{311714EE-204E-4118-8269-16ED9C46BE31}" dt="2025-12-01T04:42:22.295" v="472" actId="478"/>
          <ac:cxnSpMkLst>
            <pc:docMk/>
            <pc:sldMk cId="23330445" sldId="836"/>
            <ac:cxnSpMk id="21" creationId="{67E6AEB3-8AC4-CC20-3AC0-917CA25DC51B}"/>
          </ac:cxnSpMkLst>
        </pc:cxnChg>
      </pc:sldChg>
      <pc:sldChg chg="addSp delSp modSp add mod">
        <pc:chgData name="문용권" userId="f4576892-5165-4ec3-8fee-308c2258f490" providerId="ADAL" clId="{311714EE-204E-4118-8269-16ED9C46BE31}" dt="2025-12-01T04:44:47.137" v="698" actId="14100"/>
        <pc:sldMkLst>
          <pc:docMk/>
          <pc:sldMk cId="3350084182" sldId="837"/>
        </pc:sldMkLst>
        <pc:spChg chg="del">
          <ac:chgData name="문용권" userId="f4576892-5165-4ec3-8fee-308c2258f490" providerId="ADAL" clId="{311714EE-204E-4118-8269-16ED9C46BE31}" dt="2025-12-01T04:43:26.645" v="562" actId="478"/>
          <ac:spMkLst>
            <pc:docMk/>
            <pc:sldMk cId="3350084182" sldId="837"/>
            <ac:spMk id="3" creationId="{BEA75101-A4F8-B371-5C03-6DEBE3EB5511}"/>
          </ac:spMkLst>
        </pc:spChg>
        <pc:spChg chg="del">
          <ac:chgData name="문용권" userId="f4576892-5165-4ec3-8fee-308c2258f490" providerId="ADAL" clId="{311714EE-204E-4118-8269-16ED9C46BE31}" dt="2025-12-01T04:43:23.336" v="558" actId="478"/>
          <ac:spMkLst>
            <pc:docMk/>
            <pc:sldMk cId="3350084182" sldId="837"/>
            <ac:spMk id="4" creationId="{6E853634-95D1-72C5-682A-6D275C396C59}"/>
          </ac:spMkLst>
        </pc:spChg>
        <pc:spChg chg="del">
          <ac:chgData name="문용권" userId="f4576892-5165-4ec3-8fee-308c2258f490" providerId="ADAL" clId="{311714EE-204E-4118-8269-16ED9C46BE31}" dt="2025-12-01T04:43:26.001" v="561" actId="478"/>
          <ac:spMkLst>
            <pc:docMk/>
            <pc:sldMk cId="3350084182" sldId="837"/>
            <ac:spMk id="5" creationId="{AC2B83A7-5C74-A9B3-8AD2-BEE864066643}"/>
          </ac:spMkLst>
        </pc:spChg>
        <pc:spChg chg="add mod">
          <ac:chgData name="문용권" userId="f4576892-5165-4ec3-8fee-308c2258f490" providerId="ADAL" clId="{311714EE-204E-4118-8269-16ED9C46BE31}" dt="2025-12-01T04:44:08.333" v="693" actId="1076"/>
          <ac:spMkLst>
            <pc:docMk/>
            <pc:sldMk cId="3350084182" sldId="837"/>
            <ac:spMk id="11" creationId="{3756CC8D-D722-4E0B-9AE7-1A1300F6E7B6}"/>
          </ac:spMkLst>
        </pc:spChg>
        <pc:spChg chg="add mod">
          <ac:chgData name="문용권" userId="f4576892-5165-4ec3-8fee-308c2258f490" providerId="ADAL" clId="{311714EE-204E-4118-8269-16ED9C46BE31}" dt="2025-12-01T04:44:04.425" v="691" actId="571"/>
          <ac:spMkLst>
            <pc:docMk/>
            <pc:sldMk cId="3350084182" sldId="837"/>
            <ac:spMk id="12" creationId="{138A3162-4719-4ABC-B346-23BDAEBCE886}"/>
          </ac:spMkLst>
        </pc:spChg>
        <pc:spChg chg="mod">
          <ac:chgData name="문용권" userId="f4576892-5165-4ec3-8fee-308c2258f490" providerId="ADAL" clId="{311714EE-204E-4118-8269-16ED9C46BE31}" dt="2025-12-01T04:44:47.137" v="698" actId="14100"/>
          <ac:spMkLst>
            <pc:docMk/>
            <pc:sldMk cId="3350084182" sldId="837"/>
            <ac:spMk id="15" creationId="{2070C618-45A0-442F-A7FE-939A03628E64}"/>
          </ac:spMkLst>
        </pc:spChg>
        <pc:spChg chg="del">
          <ac:chgData name="문용권" userId="f4576892-5165-4ec3-8fee-308c2258f490" providerId="ADAL" clId="{311714EE-204E-4118-8269-16ED9C46BE31}" dt="2025-12-01T04:43:28.984" v="563" actId="478"/>
          <ac:spMkLst>
            <pc:docMk/>
            <pc:sldMk cId="3350084182" sldId="837"/>
            <ac:spMk id="16" creationId="{398301E9-C528-4C11-B80C-93B8F65BBFE3}"/>
          </ac:spMkLst>
        </pc:spChg>
        <pc:spChg chg="del">
          <ac:chgData name="문용권" userId="f4576892-5165-4ec3-8fee-308c2258f490" providerId="ADAL" clId="{311714EE-204E-4118-8269-16ED9C46BE31}" dt="2025-12-01T04:43:33.440" v="565" actId="478"/>
          <ac:spMkLst>
            <pc:docMk/>
            <pc:sldMk cId="3350084182" sldId="837"/>
            <ac:spMk id="17" creationId="{5430E866-AEBE-48AB-B76E-D168E5F94405}"/>
          </ac:spMkLst>
        </pc:spChg>
        <pc:cxnChg chg="del mod">
          <ac:chgData name="문용권" userId="f4576892-5165-4ec3-8fee-308c2258f490" providerId="ADAL" clId="{311714EE-204E-4118-8269-16ED9C46BE31}" dt="2025-12-01T04:43:23.823" v="559" actId="478"/>
          <ac:cxnSpMkLst>
            <pc:docMk/>
            <pc:sldMk cId="3350084182" sldId="837"/>
            <ac:cxnSpMk id="8" creationId="{52BB22D4-ADF4-2742-46CF-78DD28F45507}"/>
          </ac:cxnSpMkLst>
        </pc:cxnChg>
        <pc:cxnChg chg="del mod">
          <ac:chgData name="문용권" userId="f4576892-5165-4ec3-8fee-308c2258f490" providerId="ADAL" clId="{311714EE-204E-4118-8269-16ED9C46BE31}" dt="2025-12-01T04:43:24.263" v="560" actId="478"/>
          <ac:cxnSpMkLst>
            <pc:docMk/>
            <pc:sldMk cId="3350084182" sldId="837"/>
            <ac:cxnSpMk id="10" creationId="{377EEA1A-2544-C20B-9E1E-8D93B8D41A18}"/>
          </ac:cxnSpMkLst>
        </pc:cxnChg>
      </pc:sldChg>
      <pc:sldChg chg="addSp modSp add mod modAnim">
        <pc:chgData name="문용권" userId="f4576892-5165-4ec3-8fee-308c2258f490" providerId="ADAL" clId="{311714EE-204E-4118-8269-16ED9C46BE31}" dt="2025-12-01T04:49:17.519" v="1015"/>
        <pc:sldMkLst>
          <pc:docMk/>
          <pc:sldMk cId="3756341051" sldId="838"/>
        </pc:sldMkLst>
        <pc:spChg chg="mod">
          <ac:chgData name="문용권" userId="f4576892-5165-4ec3-8fee-308c2258f490" providerId="ADAL" clId="{311714EE-204E-4118-8269-16ED9C46BE31}" dt="2025-12-01T04:49:03.565" v="1012" actId="1076"/>
          <ac:spMkLst>
            <pc:docMk/>
            <pc:sldMk cId="3756341051" sldId="838"/>
            <ac:spMk id="2" creationId="{CA490AFC-459C-4445-AB29-68D24A1A6E9A}"/>
          </ac:spMkLst>
        </pc:spChg>
        <pc:spChg chg="mod">
          <ac:chgData name="문용권" userId="f4576892-5165-4ec3-8fee-308c2258f490" providerId="ADAL" clId="{311714EE-204E-4118-8269-16ED9C46BE31}" dt="2025-12-01T04:49:11.670" v="1014" actId="1076"/>
          <ac:spMkLst>
            <pc:docMk/>
            <pc:sldMk cId="3756341051" sldId="838"/>
            <ac:spMk id="3" creationId="{F183CEC4-6B26-49B0-B1D2-764EDC1692C1}"/>
          </ac:spMkLst>
        </pc:spChg>
        <pc:spChg chg="add mod">
          <ac:chgData name="문용권" userId="f4576892-5165-4ec3-8fee-308c2258f490" providerId="ADAL" clId="{311714EE-204E-4118-8269-16ED9C46BE31}" dt="2025-12-01T04:49:03.565" v="1012" actId="1076"/>
          <ac:spMkLst>
            <pc:docMk/>
            <pc:sldMk cId="3756341051" sldId="838"/>
            <ac:spMk id="4" creationId="{42DB5C9A-9737-4D13-9FE3-8266864D377F}"/>
          </ac:spMkLst>
        </pc:spChg>
        <pc:spChg chg="add mod">
          <ac:chgData name="문용권" userId="f4576892-5165-4ec3-8fee-308c2258f490" providerId="ADAL" clId="{311714EE-204E-4118-8269-16ED9C46BE31}" dt="2025-12-01T04:49:06.692" v="1013" actId="1076"/>
          <ac:spMkLst>
            <pc:docMk/>
            <pc:sldMk cId="3756341051" sldId="838"/>
            <ac:spMk id="5" creationId="{50899137-6AE4-4CAD-B4C1-F76D32D1A670}"/>
          </ac:spMkLst>
        </pc:spChg>
        <pc:spChg chg="add mod">
          <ac:chgData name="문용권" userId="f4576892-5165-4ec3-8fee-308c2258f490" providerId="ADAL" clId="{311714EE-204E-4118-8269-16ED9C46BE31}" dt="2025-12-01T04:49:03.565" v="1012" actId="1076"/>
          <ac:spMkLst>
            <pc:docMk/>
            <pc:sldMk cId="3756341051" sldId="838"/>
            <ac:spMk id="6" creationId="{0863C7EF-7D7B-44A1-A672-95FD531EA890}"/>
          </ac:spMkLst>
        </pc:spChg>
      </pc:sldChg>
      <pc:sldChg chg="addSp delSp modSp add mod addAnim delAnim modAnim">
        <pc:chgData name="문용권" userId="f4576892-5165-4ec3-8fee-308c2258f490" providerId="ADAL" clId="{311714EE-204E-4118-8269-16ED9C46BE31}" dt="2025-12-01T05:02:06.959" v="1194" actId="478"/>
        <pc:sldMkLst>
          <pc:docMk/>
          <pc:sldMk cId="2642346687" sldId="839"/>
        </pc:sldMkLst>
        <pc:spChg chg="del">
          <ac:chgData name="문용권" userId="f4576892-5165-4ec3-8fee-308c2258f490" providerId="ADAL" clId="{311714EE-204E-4118-8269-16ED9C46BE31}" dt="2025-12-01T04:49:26.529" v="1017" actId="478"/>
          <ac:spMkLst>
            <pc:docMk/>
            <pc:sldMk cId="2642346687" sldId="839"/>
            <ac:spMk id="2" creationId="{CA490AFC-459C-4445-AB29-68D24A1A6E9A}"/>
          </ac:spMkLst>
        </pc:spChg>
        <pc:spChg chg="del">
          <ac:chgData name="문용권" userId="f4576892-5165-4ec3-8fee-308c2258f490" providerId="ADAL" clId="{311714EE-204E-4118-8269-16ED9C46BE31}" dt="2025-12-01T04:49:28.456" v="1019" actId="478"/>
          <ac:spMkLst>
            <pc:docMk/>
            <pc:sldMk cId="2642346687" sldId="839"/>
            <ac:spMk id="3" creationId="{F183CEC4-6B26-49B0-B1D2-764EDC1692C1}"/>
          </ac:spMkLst>
        </pc:spChg>
        <pc:spChg chg="del">
          <ac:chgData name="문용권" userId="f4576892-5165-4ec3-8fee-308c2258f490" providerId="ADAL" clId="{311714EE-204E-4118-8269-16ED9C46BE31}" dt="2025-12-01T04:49:27.541" v="1018" actId="478"/>
          <ac:spMkLst>
            <pc:docMk/>
            <pc:sldMk cId="2642346687" sldId="839"/>
            <ac:spMk id="4" creationId="{42DB5C9A-9737-4D13-9FE3-8266864D377F}"/>
          </ac:spMkLst>
        </pc:spChg>
        <pc:spChg chg="del">
          <ac:chgData name="문용권" userId="f4576892-5165-4ec3-8fee-308c2258f490" providerId="ADAL" clId="{311714EE-204E-4118-8269-16ED9C46BE31}" dt="2025-12-01T04:49:30.509" v="1021" actId="478"/>
          <ac:spMkLst>
            <pc:docMk/>
            <pc:sldMk cId="2642346687" sldId="839"/>
            <ac:spMk id="5" creationId="{50899137-6AE4-4CAD-B4C1-F76D32D1A670}"/>
          </ac:spMkLst>
        </pc:spChg>
        <pc:spChg chg="del">
          <ac:chgData name="문용권" userId="f4576892-5165-4ec3-8fee-308c2258f490" providerId="ADAL" clId="{311714EE-204E-4118-8269-16ED9C46BE31}" dt="2025-12-01T04:49:29.344" v="1020" actId="478"/>
          <ac:spMkLst>
            <pc:docMk/>
            <pc:sldMk cId="2642346687" sldId="839"/>
            <ac:spMk id="6" creationId="{0863C7EF-7D7B-44A1-A672-95FD531EA890}"/>
          </ac:spMkLst>
        </pc:spChg>
        <pc:spChg chg="add mod">
          <ac:chgData name="문용권" userId="f4576892-5165-4ec3-8fee-308c2258f490" providerId="ADAL" clId="{311714EE-204E-4118-8269-16ED9C46BE31}" dt="2025-12-01T04:50:50.996" v="1172" actId="1076"/>
          <ac:spMkLst>
            <pc:docMk/>
            <pc:sldMk cId="2642346687" sldId="839"/>
            <ac:spMk id="10" creationId="{C6799D7E-F62B-47C9-8C1C-CA4427C47190}"/>
          </ac:spMkLst>
        </pc:spChg>
        <pc:grpChg chg="add del mod">
          <ac:chgData name="문용권" userId="f4576892-5165-4ec3-8fee-308c2258f490" providerId="ADAL" clId="{311714EE-204E-4118-8269-16ED9C46BE31}" dt="2025-12-01T05:02:06.959" v="1194" actId="478"/>
          <ac:grpSpMkLst>
            <pc:docMk/>
            <pc:sldMk cId="2642346687" sldId="839"/>
            <ac:grpSpMk id="7" creationId="{4242F21C-A5D6-439E-B92E-8462B95CF539}"/>
          </ac:grpSpMkLst>
        </pc:grpChg>
        <pc:graphicFrameChg chg="mod topLvl">
          <ac:chgData name="문용권" userId="f4576892-5165-4ec3-8fee-308c2258f490" providerId="ADAL" clId="{311714EE-204E-4118-8269-16ED9C46BE31}" dt="2025-12-01T05:01:58.760" v="1191" actId="478"/>
          <ac:graphicFrameMkLst>
            <pc:docMk/>
            <pc:sldMk cId="2642346687" sldId="839"/>
            <ac:graphicFrameMk id="8" creationId="{18153428-9887-442F-9EB2-551F51F719E2}"/>
          </ac:graphicFrameMkLst>
        </pc:graphicFrameChg>
        <pc:picChg chg="add del mod topLvl">
          <ac:chgData name="문용권" userId="f4576892-5165-4ec3-8fee-308c2258f490" providerId="ADAL" clId="{311714EE-204E-4118-8269-16ED9C46BE31}" dt="2025-12-01T05:02:06.959" v="1194" actId="478"/>
          <ac:picMkLst>
            <pc:docMk/>
            <pc:sldMk cId="2642346687" sldId="839"/>
            <ac:picMk id="9" creationId="{BF4B4335-646C-4D3C-BFDB-E18097A6EA3E}"/>
          </ac:picMkLst>
        </pc:picChg>
      </pc:sldChg>
      <pc:sldChg chg="addSp delSp modSp add mod addAnim delAnim modAnim">
        <pc:chgData name="문용권" userId="f4576892-5165-4ec3-8fee-308c2258f490" providerId="ADAL" clId="{311714EE-204E-4118-8269-16ED9C46BE31}" dt="2025-12-01T05:02:06.735" v="1193" actId="478"/>
        <pc:sldMkLst>
          <pc:docMk/>
          <pc:sldMk cId="326957313" sldId="840"/>
        </pc:sldMkLst>
        <pc:spChg chg="del">
          <ac:chgData name="문용권" userId="f4576892-5165-4ec3-8fee-308c2258f490" providerId="ADAL" clId="{311714EE-204E-4118-8269-16ED9C46BE31}" dt="2025-12-01T04:51:14.167" v="1178" actId="478"/>
          <ac:spMkLst>
            <pc:docMk/>
            <pc:sldMk cId="326957313" sldId="840"/>
            <ac:spMk id="10" creationId="{C6799D7E-F62B-47C9-8C1C-CA4427C47190}"/>
          </ac:spMkLst>
        </pc:spChg>
        <pc:grpChg chg="add del mod">
          <ac:chgData name="문용권" userId="f4576892-5165-4ec3-8fee-308c2258f490" providerId="ADAL" clId="{311714EE-204E-4118-8269-16ED9C46BE31}" dt="2025-12-01T05:02:06.735" v="1193" actId="478"/>
          <ac:grpSpMkLst>
            <pc:docMk/>
            <pc:sldMk cId="326957313" sldId="840"/>
            <ac:grpSpMk id="7" creationId="{4242F21C-A5D6-439E-B92E-8462B95CF539}"/>
          </ac:grpSpMkLst>
        </pc:grpChg>
        <pc:graphicFrameChg chg="topLvl">
          <ac:chgData name="문용권" userId="f4576892-5165-4ec3-8fee-308c2258f490" providerId="ADAL" clId="{311714EE-204E-4118-8269-16ED9C46BE31}" dt="2025-12-01T05:02:04.221" v="1192" actId="478"/>
          <ac:graphicFrameMkLst>
            <pc:docMk/>
            <pc:sldMk cId="326957313" sldId="840"/>
            <ac:graphicFrameMk id="8" creationId="{18153428-9887-442F-9EB2-551F51F719E2}"/>
          </ac:graphicFrameMkLst>
        </pc:graphicFrameChg>
        <pc:picChg chg="add mod">
          <ac:chgData name="문용권" userId="f4576892-5165-4ec3-8fee-308c2258f490" providerId="ADAL" clId="{311714EE-204E-4118-8269-16ED9C46BE31}" dt="2025-12-01T04:52:37.676" v="1183" actId="1076"/>
          <ac:picMkLst>
            <pc:docMk/>
            <pc:sldMk cId="326957313" sldId="840"/>
            <ac:picMk id="3" creationId="{8F14E429-9DAA-4DDD-8290-E2AC329901ED}"/>
          </ac:picMkLst>
        </pc:picChg>
        <pc:picChg chg="add del mod topLvl">
          <ac:chgData name="문용권" userId="f4576892-5165-4ec3-8fee-308c2258f490" providerId="ADAL" clId="{311714EE-204E-4118-8269-16ED9C46BE31}" dt="2025-12-01T05:02:06.735" v="1193" actId="478"/>
          <ac:picMkLst>
            <pc:docMk/>
            <pc:sldMk cId="326957313" sldId="840"/>
            <ac:picMk id="9" creationId="{BF4B4335-646C-4D3C-BFDB-E18097A6EA3E}"/>
          </ac:picMkLst>
        </pc:picChg>
      </pc:sldChg>
      <pc:sldChg chg="addSp delSp modSp add mod delAnim modAnim">
        <pc:chgData name="문용권" userId="f4576892-5165-4ec3-8fee-308c2258f490" providerId="ADAL" clId="{311714EE-204E-4118-8269-16ED9C46BE31}" dt="2025-12-01T05:02:50.507" v="1287"/>
        <pc:sldMkLst>
          <pc:docMk/>
          <pc:sldMk cId="551048246" sldId="841"/>
        </pc:sldMkLst>
        <pc:spChg chg="add mod">
          <ac:chgData name="문용권" userId="f4576892-5165-4ec3-8fee-308c2258f490" providerId="ADAL" clId="{311714EE-204E-4118-8269-16ED9C46BE31}" dt="2025-12-01T05:02:47.784" v="1286" actId="20577"/>
          <ac:spMkLst>
            <pc:docMk/>
            <pc:sldMk cId="551048246" sldId="841"/>
            <ac:spMk id="12" creationId="{B3D9E13D-E976-4FFA-8CE5-A32BBFC6BDE2}"/>
          </ac:spMkLst>
        </pc:spChg>
        <pc:grpChg chg="add mod">
          <ac:chgData name="문용권" userId="f4576892-5165-4ec3-8fee-308c2258f490" providerId="ADAL" clId="{311714EE-204E-4118-8269-16ED9C46BE31}" dt="2025-12-01T05:02:21.093" v="1197" actId="14100"/>
          <ac:grpSpMkLst>
            <pc:docMk/>
            <pc:sldMk cId="551048246" sldId="841"/>
            <ac:grpSpMk id="6" creationId="{9525373B-3795-45C8-B468-E5749D5A0297}"/>
          </ac:grpSpMkLst>
        </pc:grpChg>
        <pc:grpChg chg="del">
          <ac:chgData name="문용권" userId="f4576892-5165-4ec3-8fee-308c2258f490" providerId="ADAL" clId="{311714EE-204E-4118-8269-16ED9C46BE31}" dt="2025-12-01T05:02:12.570" v="1195" actId="478"/>
          <ac:grpSpMkLst>
            <pc:docMk/>
            <pc:sldMk cId="551048246" sldId="841"/>
            <ac:grpSpMk id="7" creationId="{4242F21C-A5D6-439E-B92E-8462B95CF539}"/>
          </ac:grpSpMkLst>
        </pc:grpChg>
        <pc:graphicFrameChg chg="mod">
          <ac:chgData name="문용권" userId="f4576892-5165-4ec3-8fee-308c2258f490" providerId="ADAL" clId="{311714EE-204E-4118-8269-16ED9C46BE31}" dt="2025-12-01T05:02:15.239" v="1196"/>
          <ac:graphicFrameMkLst>
            <pc:docMk/>
            <pc:sldMk cId="551048246" sldId="841"/>
            <ac:graphicFrameMk id="10" creationId="{067E8E40-4582-4FE5-A95C-EECBE84FF36C}"/>
          </ac:graphicFrameMkLst>
        </pc:graphicFrameChg>
        <pc:picChg chg="del">
          <ac:chgData name="문용권" userId="f4576892-5165-4ec3-8fee-308c2258f490" providerId="ADAL" clId="{311714EE-204E-4118-8269-16ED9C46BE31}" dt="2025-12-01T05:02:23.064" v="1198" actId="478"/>
          <ac:picMkLst>
            <pc:docMk/>
            <pc:sldMk cId="551048246" sldId="841"/>
            <ac:picMk id="3" creationId="{8F14E429-9DAA-4DDD-8290-E2AC329901ED}"/>
          </ac:picMkLst>
        </pc:picChg>
        <pc:picChg chg="mod">
          <ac:chgData name="문용권" userId="f4576892-5165-4ec3-8fee-308c2258f490" providerId="ADAL" clId="{311714EE-204E-4118-8269-16ED9C46BE31}" dt="2025-12-01T05:02:15.239" v="1196"/>
          <ac:picMkLst>
            <pc:docMk/>
            <pc:sldMk cId="551048246" sldId="841"/>
            <ac:picMk id="11" creationId="{5D278E6D-07BC-402A-A9DB-765B48004650}"/>
          </ac:picMkLst>
        </pc:picChg>
      </pc:sldChg>
      <pc:sldChg chg="add del">
        <pc:chgData name="문용권" userId="f4576892-5165-4ec3-8fee-308c2258f490" providerId="ADAL" clId="{311714EE-204E-4118-8269-16ED9C46BE31}" dt="2025-12-01T04:51:01.010" v="1175" actId="47"/>
        <pc:sldMkLst>
          <pc:docMk/>
          <pc:sldMk cId="1870807945" sldId="841"/>
        </pc:sldMkLst>
      </pc:sldChg>
      <pc:sldChg chg="modSp add mod modAnim">
        <pc:chgData name="문용권" userId="f4576892-5165-4ec3-8fee-308c2258f490" providerId="ADAL" clId="{311714EE-204E-4118-8269-16ED9C46BE31}" dt="2025-12-01T05:03:36.319" v="1338" actId="1076"/>
        <pc:sldMkLst>
          <pc:docMk/>
          <pc:sldMk cId="3170007503" sldId="842"/>
        </pc:sldMkLst>
        <pc:spChg chg="mod">
          <ac:chgData name="문용권" userId="f4576892-5165-4ec3-8fee-308c2258f490" providerId="ADAL" clId="{311714EE-204E-4118-8269-16ED9C46BE31}" dt="2025-12-01T05:03:36.319" v="1338" actId="1076"/>
          <ac:spMkLst>
            <pc:docMk/>
            <pc:sldMk cId="3170007503" sldId="842"/>
            <ac:spMk id="12" creationId="{B3D9E13D-E976-4FFA-8CE5-A32BBFC6BDE2}"/>
          </ac:spMkLst>
        </pc:spChg>
        <pc:graphicFrameChg chg="mod">
          <ac:chgData name="문용권" userId="f4576892-5165-4ec3-8fee-308c2258f490" providerId="ADAL" clId="{311714EE-204E-4118-8269-16ED9C46BE31}" dt="2025-12-01T05:03:12.583" v="1291" actId="1076"/>
          <ac:graphicFrameMkLst>
            <pc:docMk/>
            <pc:sldMk cId="3170007503" sldId="842"/>
            <ac:graphicFrameMk id="10" creationId="{067E8E40-4582-4FE5-A95C-EECBE84FF36C}"/>
          </ac:graphicFrameMkLst>
        </pc:graphicFrameChg>
      </pc:sldChg>
      <pc:sldChg chg="addSp delSp modSp new mod modTransition modAnim">
        <pc:chgData name="문용권" userId="f4576892-5165-4ec3-8fee-308c2258f490" providerId="ADAL" clId="{311714EE-204E-4118-8269-16ED9C46BE31}" dt="2025-12-01T06:19:51.274" v="1725"/>
        <pc:sldMkLst>
          <pc:docMk/>
          <pc:sldMk cId="2862809020" sldId="843"/>
        </pc:sldMkLst>
        <pc:spChg chg="add del mod">
          <ac:chgData name="문용권" userId="f4576892-5165-4ec3-8fee-308c2258f490" providerId="ADAL" clId="{311714EE-204E-4118-8269-16ED9C46BE31}" dt="2025-12-01T05:05:22.868" v="1344" actId="478"/>
          <ac:spMkLst>
            <pc:docMk/>
            <pc:sldMk cId="2862809020" sldId="843"/>
            <ac:spMk id="2" creationId="{8C3D08DB-39F1-4B34-ACA1-CBD789F55B45}"/>
          </ac:spMkLst>
        </pc:spChg>
        <pc:spChg chg="add mod">
          <ac:chgData name="문용권" userId="f4576892-5165-4ec3-8fee-308c2258f490" providerId="ADAL" clId="{311714EE-204E-4118-8269-16ED9C46BE31}" dt="2025-12-01T05:06:03.276" v="1350" actId="208"/>
          <ac:spMkLst>
            <pc:docMk/>
            <pc:sldMk cId="2862809020" sldId="843"/>
            <ac:spMk id="3" creationId="{303CACCE-ECE1-4358-B2C1-F0014339CF48}"/>
          </ac:spMkLst>
        </pc:spChg>
        <pc:spChg chg="add del mod">
          <ac:chgData name="문용권" userId="f4576892-5165-4ec3-8fee-308c2258f490" providerId="ADAL" clId="{311714EE-204E-4118-8269-16ED9C46BE31}" dt="2025-12-01T05:06:27.237" v="1352"/>
          <ac:spMkLst>
            <pc:docMk/>
            <pc:sldMk cId="2862809020" sldId="843"/>
            <ac:spMk id="4" creationId="{9F5C3D0D-9DB8-4BC7-BE9C-05FC74562C38}"/>
          </ac:spMkLst>
        </pc:spChg>
        <pc:spChg chg="add mod">
          <ac:chgData name="문용권" userId="f4576892-5165-4ec3-8fee-308c2258f490" providerId="ADAL" clId="{311714EE-204E-4118-8269-16ED9C46BE31}" dt="2025-12-01T05:07:42.994" v="1440" actId="1076"/>
          <ac:spMkLst>
            <pc:docMk/>
            <pc:sldMk cId="2862809020" sldId="843"/>
            <ac:spMk id="5" creationId="{0F0571E0-3B74-449D-B8DB-9575DFB30335}"/>
          </ac:spMkLst>
        </pc:spChg>
        <pc:spChg chg="add del mod">
          <ac:chgData name="문용권" userId="f4576892-5165-4ec3-8fee-308c2258f490" providerId="ADAL" clId="{311714EE-204E-4118-8269-16ED9C46BE31}" dt="2025-12-01T05:08:19.221" v="1442"/>
          <ac:spMkLst>
            <pc:docMk/>
            <pc:sldMk cId="2862809020" sldId="843"/>
            <ac:spMk id="8" creationId="{1BA527F7-9CC4-435F-87B8-7C37757463F8}"/>
          </ac:spMkLst>
        </pc:spChg>
        <pc:spChg chg="mod topLvl">
          <ac:chgData name="문용권" userId="f4576892-5165-4ec3-8fee-308c2258f490" providerId="ADAL" clId="{311714EE-204E-4118-8269-16ED9C46BE31}" dt="2025-12-01T05:09:30.854" v="1459" actId="165"/>
          <ac:spMkLst>
            <pc:docMk/>
            <pc:sldMk cId="2862809020" sldId="843"/>
            <ac:spMk id="10" creationId="{D3A60C7F-EC12-42AE-96BA-BF8E8A8CD4CA}"/>
          </ac:spMkLst>
        </pc:spChg>
        <pc:spChg chg="mod topLvl">
          <ac:chgData name="문용권" userId="f4576892-5165-4ec3-8fee-308c2258f490" providerId="ADAL" clId="{311714EE-204E-4118-8269-16ED9C46BE31}" dt="2025-12-01T05:09:30.854" v="1459" actId="165"/>
          <ac:spMkLst>
            <pc:docMk/>
            <pc:sldMk cId="2862809020" sldId="843"/>
            <ac:spMk id="11" creationId="{551233B5-28CB-42D6-8955-7CB4C79DA6EF}"/>
          </ac:spMkLst>
        </pc:spChg>
        <pc:spChg chg="mod topLvl">
          <ac:chgData name="문용권" userId="f4576892-5165-4ec3-8fee-308c2258f490" providerId="ADAL" clId="{311714EE-204E-4118-8269-16ED9C46BE31}" dt="2025-12-01T05:09:30.854" v="1459" actId="165"/>
          <ac:spMkLst>
            <pc:docMk/>
            <pc:sldMk cId="2862809020" sldId="843"/>
            <ac:spMk id="12" creationId="{3451F231-A2D2-4040-B4EF-5B616B7D1F32}"/>
          </ac:spMkLst>
        </pc:spChg>
        <pc:spChg chg="mod topLvl">
          <ac:chgData name="문용권" userId="f4576892-5165-4ec3-8fee-308c2258f490" providerId="ADAL" clId="{311714EE-204E-4118-8269-16ED9C46BE31}" dt="2025-12-01T05:09:30.854" v="1459" actId="165"/>
          <ac:spMkLst>
            <pc:docMk/>
            <pc:sldMk cId="2862809020" sldId="843"/>
            <ac:spMk id="13" creationId="{940EDF08-68F9-4031-8FC1-D94CBB78A9DC}"/>
          </ac:spMkLst>
        </pc:spChg>
        <pc:spChg chg="add mod">
          <ac:chgData name="문용권" userId="f4576892-5165-4ec3-8fee-308c2258f490" providerId="ADAL" clId="{311714EE-204E-4118-8269-16ED9C46BE31}" dt="2025-12-01T05:09:17.316" v="1456" actId="1076"/>
          <ac:spMkLst>
            <pc:docMk/>
            <pc:sldMk cId="2862809020" sldId="843"/>
            <ac:spMk id="14" creationId="{6D6BABF9-47A5-40F0-97C3-64C3FC634018}"/>
          </ac:spMkLst>
        </pc:spChg>
        <pc:grpChg chg="add del mod">
          <ac:chgData name="문용권" userId="f4576892-5165-4ec3-8fee-308c2258f490" providerId="ADAL" clId="{311714EE-204E-4118-8269-16ED9C46BE31}" dt="2025-12-01T05:09:30.854" v="1459" actId="165"/>
          <ac:grpSpMkLst>
            <pc:docMk/>
            <pc:sldMk cId="2862809020" sldId="843"/>
            <ac:grpSpMk id="9" creationId="{7F69489E-9DF0-4634-8D6D-434AB7548048}"/>
          </ac:grpSpMkLst>
        </pc:grpChg>
        <pc:cxnChg chg="add del mod">
          <ac:chgData name="문용권" userId="f4576892-5165-4ec3-8fee-308c2258f490" providerId="ADAL" clId="{311714EE-204E-4118-8269-16ED9C46BE31}" dt="2025-12-01T05:09:14.094" v="1455" actId="478"/>
          <ac:cxnSpMkLst>
            <pc:docMk/>
            <pc:sldMk cId="2862809020" sldId="843"/>
            <ac:cxnSpMk id="7" creationId="{2F9A2168-EE35-4AF8-945C-7874D61EF80E}"/>
          </ac:cxnSpMkLst>
        </pc:cxnChg>
      </pc:sldChg>
      <pc:sldChg chg="addSp delSp modSp add mod modTransition modAnim">
        <pc:chgData name="문용권" userId="f4576892-5165-4ec3-8fee-308c2258f490" providerId="ADAL" clId="{311714EE-204E-4118-8269-16ED9C46BE31}" dt="2025-12-01T06:19:51.274" v="1725"/>
        <pc:sldMkLst>
          <pc:docMk/>
          <pc:sldMk cId="800277529" sldId="844"/>
        </pc:sldMkLst>
        <pc:spChg chg="mod">
          <ac:chgData name="문용권" userId="f4576892-5165-4ec3-8fee-308c2258f490" providerId="ADAL" clId="{311714EE-204E-4118-8269-16ED9C46BE31}" dt="2025-12-01T05:09:59.052" v="1477" actId="1076"/>
          <ac:spMkLst>
            <pc:docMk/>
            <pc:sldMk cId="800277529" sldId="844"/>
            <ac:spMk id="3" creationId="{303CACCE-ECE1-4358-B2C1-F0014339CF48}"/>
          </ac:spMkLst>
        </pc:spChg>
        <pc:spChg chg="mod topLvl">
          <ac:chgData name="문용권" userId="f4576892-5165-4ec3-8fee-308c2258f490" providerId="ADAL" clId="{311714EE-204E-4118-8269-16ED9C46BE31}" dt="2025-12-01T05:10:09.579" v="1481" actId="1076"/>
          <ac:spMkLst>
            <pc:docMk/>
            <pc:sldMk cId="800277529" sldId="844"/>
            <ac:spMk id="10" creationId="{D3A60C7F-EC12-42AE-96BA-BF8E8A8CD4CA}"/>
          </ac:spMkLst>
        </pc:spChg>
        <pc:spChg chg="mod topLvl">
          <ac:chgData name="문용권" userId="f4576892-5165-4ec3-8fee-308c2258f490" providerId="ADAL" clId="{311714EE-204E-4118-8269-16ED9C46BE31}" dt="2025-12-01T05:10:12.306" v="1483" actId="688"/>
          <ac:spMkLst>
            <pc:docMk/>
            <pc:sldMk cId="800277529" sldId="844"/>
            <ac:spMk id="11" creationId="{551233B5-28CB-42D6-8955-7CB4C79DA6EF}"/>
          </ac:spMkLst>
        </pc:spChg>
        <pc:spChg chg="mod topLvl">
          <ac:chgData name="문용권" userId="f4576892-5165-4ec3-8fee-308c2258f490" providerId="ADAL" clId="{311714EE-204E-4118-8269-16ED9C46BE31}" dt="2025-12-01T05:09:55.603" v="1474" actId="1076"/>
          <ac:spMkLst>
            <pc:docMk/>
            <pc:sldMk cId="800277529" sldId="844"/>
            <ac:spMk id="12" creationId="{3451F231-A2D2-4040-B4EF-5B616B7D1F32}"/>
          </ac:spMkLst>
        </pc:spChg>
        <pc:spChg chg="mod topLvl">
          <ac:chgData name="문용권" userId="f4576892-5165-4ec3-8fee-308c2258f490" providerId="ADAL" clId="{311714EE-204E-4118-8269-16ED9C46BE31}" dt="2025-12-01T05:10:02.187" v="1479" actId="1076"/>
          <ac:spMkLst>
            <pc:docMk/>
            <pc:sldMk cId="800277529" sldId="844"/>
            <ac:spMk id="13" creationId="{940EDF08-68F9-4031-8FC1-D94CBB78A9DC}"/>
          </ac:spMkLst>
        </pc:spChg>
        <pc:spChg chg="add mod">
          <ac:chgData name="문용권" userId="f4576892-5165-4ec3-8fee-308c2258f490" providerId="ADAL" clId="{311714EE-204E-4118-8269-16ED9C46BE31}" dt="2025-12-01T05:12:45.996" v="1630" actId="1076"/>
          <ac:spMkLst>
            <pc:docMk/>
            <pc:sldMk cId="800277529" sldId="844"/>
            <ac:spMk id="15" creationId="{194C87F4-6934-4738-8680-E1F48665FAFA}"/>
          </ac:spMkLst>
        </pc:spChg>
        <pc:grpChg chg="del">
          <ac:chgData name="문용권" userId="f4576892-5165-4ec3-8fee-308c2258f490" providerId="ADAL" clId="{311714EE-204E-4118-8269-16ED9C46BE31}" dt="2025-12-01T05:09:36.549" v="1460" actId="165"/>
          <ac:grpSpMkLst>
            <pc:docMk/>
            <pc:sldMk cId="800277529" sldId="844"/>
            <ac:grpSpMk id="9" creationId="{7F69489E-9DF0-4634-8D6D-434AB7548048}"/>
          </ac:grpSpMkLst>
        </pc:grpChg>
        <pc:graphicFrameChg chg="add del mod modGraphic">
          <ac:chgData name="문용권" userId="f4576892-5165-4ec3-8fee-308c2258f490" providerId="ADAL" clId="{311714EE-204E-4118-8269-16ED9C46BE31}" dt="2025-12-01T06:16:03.298" v="1636" actId="478"/>
          <ac:graphicFrameMkLst>
            <pc:docMk/>
            <pc:sldMk cId="800277529" sldId="844"/>
            <ac:graphicFrameMk id="2" creationId="{B5694A93-1613-4572-BB4B-B5C40D2AF1C7}"/>
          </ac:graphicFrameMkLst>
        </pc:graphicFrameChg>
      </pc:sldChg>
      <pc:sldChg chg="addSp delSp modSp add mod ord modTransition delAnim">
        <pc:chgData name="문용권" userId="f4576892-5165-4ec3-8fee-308c2258f490" providerId="ADAL" clId="{311714EE-204E-4118-8269-16ED9C46BE31}" dt="2025-12-01T06:19:51.274" v="1725"/>
        <pc:sldMkLst>
          <pc:docMk/>
          <pc:sldMk cId="3989244393" sldId="845"/>
        </pc:sldMkLst>
        <pc:spChg chg="mod">
          <ac:chgData name="문용권" userId="f4576892-5165-4ec3-8fee-308c2258f490" providerId="ADAL" clId="{311714EE-204E-4118-8269-16ED9C46BE31}" dt="2025-12-01T05:11:11.907" v="1489" actId="1076"/>
          <ac:spMkLst>
            <pc:docMk/>
            <pc:sldMk cId="3989244393" sldId="845"/>
            <ac:spMk id="10" creationId="{D3A60C7F-EC12-42AE-96BA-BF8E8A8CD4CA}"/>
          </ac:spMkLst>
        </pc:spChg>
        <pc:spChg chg="mod">
          <ac:chgData name="문용권" userId="f4576892-5165-4ec3-8fee-308c2258f490" providerId="ADAL" clId="{311714EE-204E-4118-8269-16ED9C46BE31}" dt="2025-12-01T05:11:11.907" v="1489" actId="1076"/>
          <ac:spMkLst>
            <pc:docMk/>
            <pc:sldMk cId="3989244393" sldId="845"/>
            <ac:spMk id="11" creationId="{551233B5-28CB-42D6-8955-7CB4C79DA6EF}"/>
          </ac:spMkLst>
        </pc:spChg>
        <pc:spChg chg="mod">
          <ac:chgData name="문용권" userId="f4576892-5165-4ec3-8fee-308c2258f490" providerId="ADAL" clId="{311714EE-204E-4118-8269-16ED9C46BE31}" dt="2025-12-01T05:11:11.907" v="1489" actId="1076"/>
          <ac:spMkLst>
            <pc:docMk/>
            <pc:sldMk cId="3989244393" sldId="845"/>
            <ac:spMk id="12" creationId="{3451F231-A2D2-4040-B4EF-5B616B7D1F32}"/>
          </ac:spMkLst>
        </pc:spChg>
        <pc:spChg chg="mod">
          <ac:chgData name="문용권" userId="f4576892-5165-4ec3-8fee-308c2258f490" providerId="ADAL" clId="{311714EE-204E-4118-8269-16ED9C46BE31}" dt="2025-12-01T05:11:11.907" v="1489" actId="1076"/>
          <ac:spMkLst>
            <pc:docMk/>
            <pc:sldMk cId="3989244393" sldId="845"/>
            <ac:spMk id="13" creationId="{940EDF08-68F9-4031-8FC1-D94CBB78A9DC}"/>
          </ac:spMkLst>
        </pc:spChg>
        <pc:spChg chg="del">
          <ac:chgData name="문용권" userId="f4576892-5165-4ec3-8fee-308c2258f490" providerId="ADAL" clId="{311714EE-204E-4118-8269-16ED9C46BE31}" dt="2025-12-01T05:11:03.898" v="1488" actId="478"/>
          <ac:spMkLst>
            <pc:docMk/>
            <pc:sldMk cId="3989244393" sldId="845"/>
            <ac:spMk id="14" creationId="{6D6BABF9-47A5-40F0-97C3-64C3FC634018}"/>
          </ac:spMkLst>
        </pc:spChg>
        <pc:spChg chg="add mod">
          <ac:chgData name="문용권" userId="f4576892-5165-4ec3-8fee-308c2258f490" providerId="ADAL" clId="{311714EE-204E-4118-8269-16ED9C46BE31}" dt="2025-12-01T05:11:34.706" v="1520" actId="1076"/>
          <ac:spMkLst>
            <pc:docMk/>
            <pc:sldMk cId="3989244393" sldId="845"/>
            <ac:spMk id="15" creationId="{75EFD19A-AF56-480F-BB19-DAC750B72089}"/>
          </ac:spMkLst>
        </pc:spChg>
      </pc:sldChg>
      <pc:sldChg chg="modSp add mod modTransition">
        <pc:chgData name="문용권" userId="f4576892-5165-4ec3-8fee-308c2258f490" providerId="ADAL" clId="{311714EE-204E-4118-8269-16ED9C46BE31}" dt="2025-12-01T06:19:51.274" v="1725"/>
        <pc:sldMkLst>
          <pc:docMk/>
          <pc:sldMk cId="160246477" sldId="846"/>
        </pc:sldMkLst>
        <pc:spChg chg="mod">
          <ac:chgData name="문용권" userId="f4576892-5165-4ec3-8fee-308c2258f490" providerId="ADAL" clId="{311714EE-204E-4118-8269-16ED9C46BE31}" dt="2025-12-01T05:12:04.332" v="1559" actId="20577"/>
          <ac:spMkLst>
            <pc:docMk/>
            <pc:sldMk cId="160246477" sldId="846"/>
            <ac:spMk id="15" creationId="{75EFD19A-AF56-480F-BB19-DAC750B72089}"/>
          </ac:spMkLst>
        </pc:spChg>
      </pc:sldChg>
      <pc:sldChg chg="addSp modSp add mod ord modTransition">
        <pc:chgData name="문용권" userId="f4576892-5165-4ec3-8fee-308c2258f490" providerId="ADAL" clId="{311714EE-204E-4118-8269-16ED9C46BE31}" dt="2025-12-01T06:19:51.274" v="1725"/>
        <pc:sldMkLst>
          <pc:docMk/>
          <pc:sldMk cId="3419863351" sldId="847"/>
        </pc:sldMkLst>
        <pc:spChg chg="ord">
          <ac:chgData name="문용권" userId="f4576892-5165-4ec3-8fee-308c2258f490" providerId="ADAL" clId="{311714EE-204E-4118-8269-16ED9C46BE31}" dt="2025-12-01T06:18:48.073" v="1672" actId="167"/>
          <ac:spMkLst>
            <pc:docMk/>
            <pc:sldMk cId="3419863351" sldId="847"/>
            <ac:spMk id="3" creationId="{303CACCE-ECE1-4358-B2C1-F0014339CF48}"/>
          </ac:spMkLst>
        </pc:spChg>
        <pc:spChg chg="add mod">
          <ac:chgData name="문용권" userId="f4576892-5165-4ec3-8fee-308c2258f490" providerId="ADAL" clId="{311714EE-204E-4118-8269-16ED9C46BE31}" dt="2025-12-01T06:19:18.113" v="1721" actId="1076"/>
          <ac:spMkLst>
            <pc:docMk/>
            <pc:sldMk cId="3419863351" sldId="847"/>
            <ac:spMk id="15" creationId="{65C2BA5F-C2FA-4E2B-95A8-CD032B36C313}"/>
          </ac:spMkLst>
        </pc:spChg>
        <pc:picChg chg="add mod ord">
          <ac:chgData name="문용권" userId="f4576892-5165-4ec3-8fee-308c2258f490" providerId="ADAL" clId="{311714EE-204E-4118-8269-16ED9C46BE31}" dt="2025-12-01T06:18:52.073" v="1673" actId="1076"/>
          <ac:picMkLst>
            <pc:docMk/>
            <pc:sldMk cId="3419863351" sldId="847"/>
            <ac:picMk id="4" creationId="{FA2FA1C6-00C2-42B9-87D0-3D27062AC6A2}"/>
          </ac:picMkLst>
        </pc:picChg>
      </pc:sldChg>
      <pc:sldChg chg="delSp add mod modTransition delAnim">
        <pc:chgData name="문용권" userId="f4576892-5165-4ec3-8fee-308c2258f490" providerId="ADAL" clId="{311714EE-204E-4118-8269-16ED9C46BE31}" dt="2025-12-01T06:19:51.274" v="1725"/>
        <pc:sldMkLst>
          <pc:docMk/>
          <pc:sldMk cId="13289831" sldId="848"/>
        </pc:sldMkLst>
        <pc:spChg chg="del">
          <ac:chgData name="문용권" userId="f4576892-5165-4ec3-8fee-308c2258f490" providerId="ADAL" clId="{311714EE-204E-4118-8269-16ED9C46BE31}" dt="2025-12-01T06:19:27.245" v="1723" actId="478"/>
          <ac:spMkLst>
            <pc:docMk/>
            <pc:sldMk cId="13289831" sldId="848"/>
            <ac:spMk id="14" creationId="{6D6BABF9-47A5-40F0-97C3-64C3FC634018}"/>
          </ac:spMkLst>
        </pc:spChg>
      </pc:sldChg>
      <pc:sldChg chg="addSp modSp new mod modTransition">
        <pc:chgData name="문용권" userId="f4576892-5165-4ec3-8fee-308c2258f490" providerId="ADAL" clId="{311714EE-204E-4118-8269-16ED9C46BE31}" dt="2025-12-01T06:25:51.953" v="2104"/>
        <pc:sldMkLst>
          <pc:docMk/>
          <pc:sldMk cId="1858971214" sldId="849"/>
        </pc:sldMkLst>
        <pc:spChg chg="add mod">
          <ac:chgData name="문용권" userId="f4576892-5165-4ec3-8fee-308c2258f490" providerId="ADAL" clId="{311714EE-204E-4118-8269-16ED9C46BE31}" dt="2025-12-01T06:20:14.802" v="1762" actId="1076"/>
          <ac:spMkLst>
            <pc:docMk/>
            <pc:sldMk cId="1858971214" sldId="849"/>
            <ac:spMk id="2" creationId="{954B6D4F-ACBD-4EC5-8B9C-8B68E187F749}"/>
          </ac:spMkLst>
        </pc:spChg>
      </pc:sldChg>
      <pc:sldChg chg="add modTransition">
        <pc:chgData name="문용권" userId="f4576892-5165-4ec3-8fee-308c2258f490" providerId="ADAL" clId="{311714EE-204E-4118-8269-16ED9C46BE31}" dt="2025-12-01T06:25:51.953" v="2104"/>
        <pc:sldMkLst>
          <pc:docMk/>
          <pc:sldMk cId="1658652537" sldId="850"/>
        </pc:sldMkLst>
      </pc:sldChg>
      <pc:sldChg chg="addSp modSp add modTransition">
        <pc:chgData name="문용권" userId="f4576892-5165-4ec3-8fee-308c2258f490" providerId="ADAL" clId="{311714EE-204E-4118-8269-16ED9C46BE31}" dt="2025-12-01T06:25:51.953" v="2104"/>
        <pc:sldMkLst>
          <pc:docMk/>
          <pc:sldMk cId="58767665" sldId="851"/>
        </pc:sldMkLst>
        <pc:graphicFrameChg chg="add mod">
          <ac:chgData name="문용권" userId="f4576892-5165-4ec3-8fee-308c2258f490" providerId="ADAL" clId="{311714EE-204E-4118-8269-16ED9C46BE31}" dt="2025-12-01T06:20:58.484" v="1766"/>
          <ac:graphicFrameMkLst>
            <pc:docMk/>
            <pc:sldMk cId="58767665" sldId="851"/>
            <ac:graphicFrameMk id="7" creationId="{E41CB2CD-46F5-4699-8963-C99196DD692D}"/>
          </ac:graphicFrameMkLst>
        </pc:graphicFrameChg>
      </pc:sldChg>
      <pc:sldChg chg="addSp modSp add mod modTransition modAnim">
        <pc:chgData name="문용권" userId="f4576892-5165-4ec3-8fee-308c2258f490" providerId="ADAL" clId="{311714EE-204E-4118-8269-16ED9C46BE31}" dt="2025-12-01T06:25:51.953" v="2104"/>
        <pc:sldMkLst>
          <pc:docMk/>
          <pc:sldMk cId="2830968783" sldId="852"/>
        </pc:sldMkLst>
        <pc:spChg chg="add mod">
          <ac:chgData name="문용권" userId="f4576892-5165-4ec3-8fee-308c2258f490" providerId="ADAL" clId="{311714EE-204E-4118-8269-16ED9C46BE31}" dt="2025-12-01T06:22:58.247" v="1979" actId="20577"/>
          <ac:spMkLst>
            <pc:docMk/>
            <pc:sldMk cId="2830968783" sldId="852"/>
            <ac:spMk id="8" creationId="{5EDC07B4-2EA5-4FD5-8C66-C7530EA4DF7D}"/>
          </ac:spMkLst>
        </pc:spChg>
        <pc:grpChg chg="mod">
          <ac:chgData name="문용권" userId="f4576892-5165-4ec3-8fee-308c2258f490" providerId="ADAL" clId="{311714EE-204E-4118-8269-16ED9C46BE31}" dt="2025-12-01T06:21:15.601" v="1769" actId="1076"/>
          <ac:grpSpMkLst>
            <pc:docMk/>
            <pc:sldMk cId="2830968783" sldId="852"/>
            <ac:grpSpMk id="5" creationId="{AF99CB62-6D4B-4E7A-9693-20D6AE89A94C}"/>
          </ac:grpSpMkLst>
        </pc:grpChg>
      </pc:sldChg>
      <pc:sldChg chg="addSp delSp modSp add mod modTransition modAnim">
        <pc:chgData name="문용권" userId="f4576892-5165-4ec3-8fee-308c2258f490" providerId="ADAL" clId="{311714EE-204E-4118-8269-16ED9C46BE31}" dt="2025-12-01T06:25:51.953" v="2104"/>
        <pc:sldMkLst>
          <pc:docMk/>
          <pc:sldMk cId="3631834765" sldId="853"/>
        </pc:sldMkLst>
        <pc:spChg chg="add mod">
          <ac:chgData name="문용권" userId="f4576892-5165-4ec3-8fee-308c2258f490" providerId="ADAL" clId="{311714EE-204E-4118-8269-16ED9C46BE31}" dt="2025-12-01T06:22:44.041" v="1883" actId="1076"/>
          <ac:spMkLst>
            <pc:docMk/>
            <pc:sldMk cId="3631834765" sldId="853"/>
            <ac:spMk id="9" creationId="{F12E1245-3121-48AE-B15B-51B503A7941A}"/>
          </ac:spMkLst>
        </pc:spChg>
        <pc:grpChg chg="del mod">
          <ac:chgData name="문용권" userId="f4576892-5165-4ec3-8fee-308c2258f490" providerId="ADAL" clId="{311714EE-204E-4118-8269-16ED9C46BE31}" dt="2025-12-01T06:21:34.426" v="1775" actId="478"/>
          <ac:grpSpMkLst>
            <pc:docMk/>
            <pc:sldMk cId="3631834765" sldId="853"/>
            <ac:grpSpMk id="5" creationId="{AF99CB62-6D4B-4E7A-9693-20D6AE89A94C}"/>
          </ac:grpSpMkLst>
        </pc:grpChg>
        <pc:graphicFrameChg chg="del">
          <ac:chgData name="문용권" userId="f4576892-5165-4ec3-8fee-308c2258f490" providerId="ADAL" clId="{311714EE-204E-4118-8269-16ED9C46BE31}" dt="2025-12-01T06:21:33.968" v="1774" actId="478"/>
          <ac:graphicFrameMkLst>
            <pc:docMk/>
            <pc:sldMk cId="3631834765" sldId="853"/>
            <ac:graphicFrameMk id="4" creationId="{959DC781-4512-46CF-9248-EAF322C9558F}"/>
          </ac:graphicFrameMkLst>
        </pc:graphicFrameChg>
        <pc:graphicFrameChg chg="del">
          <ac:chgData name="문용권" userId="f4576892-5165-4ec3-8fee-308c2258f490" providerId="ADAL" clId="{311714EE-204E-4118-8269-16ED9C46BE31}" dt="2025-12-01T06:21:34.908" v="1776" actId="478"/>
          <ac:graphicFrameMkLst>
            <pc:docMk/>
            <pc:sldMk cId="3631834765" sldId="853"/>
            <ac:graphicFrameMk id="7" creationId="{E41CB2CD-46F5-4699-8963-C99196DD692D}"/>
          </ac:graphicFrameMkLst>
        </pc:graphicFrameChg>
        <pc:graphicFrameChg chg="add mod">
          <ac:chgData name="문용권" userId="f4576892-5165-4ec3-8fee-308c2258f490" providerId="ADAL" clId="{311714EE-204E-4118-8269-16ED9C46BE31}" dt="2025-12-01T06:21:50.417" v="1780" actId="1076"/>
          <ac:graphicFrameMkLst>
            <pc:docMk/>
            <pc:sldMk cId="3631834765" sldId="853"/>
            <ac:graphicFrameMk id="8" creationId="{7F2E2CBD-93F0-4E7F-96C2-BA592124EB12}"/>
          </ac:graphicFrameMkLst>
        </pc:graphicFrameChg>
        <pc:picChg chg="del">
          <ac:chgData name="문용권" userId="f4576892-5165-4ec3-8fee-308c2258f490" providerId="ADAL" clId="{311714EE-204E-4118-8269-16ED9C46BE31}" dt="2025-12-01T06:21:32.761" v="1773" actId="478"/>
          <ac:picMkLst>
            <pc:docMk/>
            <pc:sldMk cId="3631834765" sldId="853"/>
            <ac:picMk id="6" creationId="{999D365B-806C-4C63-9FA4-39B64F27E6AB}"/>
          </ac:picMkLst>
        </pc:picChg>
      </pc:sldChg>
      <pc:sldChg chg="addSp delSp modSp add mod modTransition modAnim">
        <pc:chgData name="문용권" userId="f4576892-5165-4ec3-8fee-308c2258f490" providerId="ADAL" clId="{311714EE-204E-4118-8269-16ED9C46BE31}" dt="2025-12-01T06:26:21.482" v="2106"/>
        <pc:sldMkLst>
          <pc:docMk/>
          <pc:sldMk cId="108771394" sldId="854"/>
        </pc:sldMkLst>
        <pc:spChg chg="add del mod">
          <ac:chgData name="문용권" userId="f4576892-5165-4ec3-8fee-308c2258f490" providerId="ADAL" clId="{311714EE-204E-4118-8269-16ED9C46BE31}" dt="2025-12-01T06:26:21.482" v="2106"/>
          <ac:spMkLst>
            <pc:docMk/>
            <pc:sldMk cId="108771394" sldId="854"/>
            <ac:spMk id="4" creationId="{BDB3B93B-4C0C-4A03-A5BA-1D2864052CA4}"/>
          </ac:spMkLst>
        </pc:spChg>
        <pc:spChg chg="mod">
          <ac:chgData name="문용권" userId="f4576892-5165-4ec3-8fee-308c2258f490" providerId="ADAL" clId="{311714EE-204E-4118-8269-16ED9C46BE31}" dt="2025-12-01T06:23:36.161" v="2068" actId="1076"/>
          <ac:spMkLst>
            <pc:docMk/>
            <pc:sldMk cId="108771394" sldId="854"/>
            <ac:spMk id="9" creationId="{F12E1245-3121-48AE-B15B-51B503A7941A}"/>
          </ac:spMkLst>
        </pc:spChg>
        <pc:graphicFrameChg chg="mod">
          <ac:chgData name="문용권" userId="f4576892-5165-4ec3-8fee-308c2258f490" providerId="ADAL" clId="{311714EE-204E-4118-8269-16ED9C46BE31}" dt="2025-12-01T06:23:37.817" v="2069" actId="1076"/>
          <ac:graphicFrameMkLst>
            <pc:docMk/>
            <pc:sldMk cId="108771394" sldId="854"/>
            <ac:graphicFrameMk id="8" creationId="{7F2E2CBD-93F0-4E7F-96C2-BA592124EB12}"/>
          </ac:graphicFrameMkLst>
        </pc:graphicFrameChg>
      </pc:sldChg>
      <pc:sldChg chg="addSp modSp new mod modTransition">
        <pc:chgData name="문용권" userId="f4576892-5165-4ec3-8fee-308c2258f490" providerId="ADAL" clId="{311714EE-204E-4118-8269-16ED9C46BE31}" dt="2025-12-01T06:25:51.953" v="2104"/>
        <pc:sldMkLst>
          <pc:docMk/>
          <pc:sldMk cId="3872374232" sldId="855"/>
        </pc:sldMkLst>
        <pc:spChg chg="add mod">
          <ac:chgData name="문용권" userId="f4576892-5165-4ec3-8fee-308c2258f490" providerId="ADAL" clId="{311714EE-204E-4118-8269-16ED9C46BE31}" dt="2025-12-01T06:24:24.096" v="2093" actId="1076"/>
          <ac:spMkLst>
            <pc:docMk/>
            <pc:sldMk cId="3872374232" sldId="855"/>
            <ac:spMk id="3" creationId="{6D0071FC-276E-4AD7-9FFF-00B11EF5BEE6}"/>
          </ac:spMkLst>
        </pc:spChg>
      </pc:sldChg>
      <pc:sldChg chg="addSp modSp new mod modTransition modAnim">
        <pc:chgData name="문용권" userId="f4576892-5165-4ec3-8fee-308c2258f490" providerId="ADAL" clId="{311714EE-204E-4118-8269-16ED9C46BE31}" dt="2025-12-01T06:26:49.745" v="2238" actId="20577"/>
        <pc:sldMkLst>
          <pc:docMk/>
          <pc:sldMk cId="3235689806" sldId="856"/>
        </pc:sldMkLst>
        <pc:spChg chg="add mod">
          <ac:chgData name="문용권" userId="f4576892-5165-4ec3-8fee-308c2258f490" providerId="ADAL" clId="{311714EE-204E-4118-8269-16ED9C46BE31}" dt="2025-12-01T06:26:33.920" v="2159" actId="1076"/>
          <ac:spMkLst>
            <pc:docMk/>
            <pc:sldMk cId="3235689806" sldId="856"/>
            <ac:spMk id="4" creationId="{06DB5B42-6B53-45E7-882C-D58249243E0E}"/>
          </ac:spMkLst>
        </pc:spChg>
        <pc:spChg chg="add mod">
          <ac:chgData name="문용권" userId="f4576892-5165-4ec3-8fee-308c2258f490" providerId="ADAL" clId="{311714EE-204E-4118-8269-16ED9C46BE31}" dt="2025-12-01T06:26:49.745" v="2238" actId="20577"/>
          <ac:spMkLst>
            <pc:docMk/>
            <pc:sldMk cId="3235689806" sldId="856"/>
            <ac:spMk id="5" creationId="{444A38FB-3290-4772-AD0C-FC5C706AF1A7}"/>
          </ac:spMkLst>
        </pc:spChg>
        <pc:picChg chg="add mod">
          <ac:chgData name="문용권" userId="f4576892-5165-4ec3-8fee-308c2258f490" providerId="ADAL" clId="{311714EE-204E-4118-8269-16ED9C46BE31}" dt="2025-12-01T06:25:32.075" v="2102" actId="1076"/>
          <ac:picMkLst>
            <pc:docMk/>
            <pc:sldMk cId="3235689806" sldId="856"/>
            <ac:picMk id="3" creationId="{3E1330E0-7909-418F-BEC4-777774CF8E1A}"/>
          </ac:picMkLst>
        </pc:picChg>
      </pc:sldChg>
      <pc:sldChg chg="addSp modSp new">
        <pc:chgData name="문용권" userId="f4576892-5165-4ec3-8fee-308c2258f490" providerId="ADAL" clId="{311714EE-204E-4118-8269-16ED9C46BE31}" dt="2025-12-01T06:28:05.776" v="2246" actId="1076"/>
        <pc:sldMkLst>
          <pc:docMk/>
          <pc:sldMk cId="1284516667" sldId="857"/>
        </pc:sldMkLst>
        <pc:picChg chg="add mod">
          <ac:chgData name="문용권" userId="f4576892-5165-4ec3-8fee-308c2258f490" providerId="ADAL" clId="{311714EE-204E-4118-8269-16ED9C46BE31}" dt="2025-12-01T06:28:04.641" v="2245" actId="1076"/>
          <ac:picMkLst>
            <pc:docMk/>
            <pc:sldMk cId="1284516667" sldId="857"/>
            <ac:picMk id="3" creationId="{53CF8AC0-EB4E-4373-9171-7AA655D8621E}"/>
          </ac:picMkLst>
        </pc:picChg>
        <pc:picChg chg="add mod">
          <ac:chgData name="문용권" userId="f4576892-5165-4ec3-8fee-308c2258f490" providerId="ADAL" clId="{311714EE-204E-4118-8269-16ED9C46BE31}" dt="2025-12-01T06:28:05.776" v="2246" actId="1076"/>
          <ac:picMkLst>
            <pc:docMk/>
            <pc:sldMk cId="1284516667" sldId="857"/>
            <ac:picMk id="1026" creationId="{734D1498-D009-4C9A-91FD-F345B182833C}"/>
          </ac:picMkLst>
        </pc:picChg>
      </pc:sldChg>
      <pc:sldChg chg="addSp modSp new">
        <pc:chgData name="문용권" userId="f4576892-5165-4ec3-8fee-308c2258f490" providerId="ADAL" clId="{311714EE-204E-4118-8269-16ED9C46BE31}" dt="2025-12-01T06:28:21.024" v="2249" actId="14100"/>
        <pc:sldMkLst>
          <pc:docMk/>
          <pc:sldMk cId="4240058298" sldId="858"/>
        </pc:sldMkLst>
        <pc:picChg chg="add mod">
          <ac:chgData name="문용권" userId="f4576892-5165-4ec3-8fee-308c2258f490" providerId="ADAL" clId="{311714EE-204E-4118-8269-16ED9C46BE31}" dt="2025-12-01T06:28:21.024" v="2249" actId="14100"/>
          <ac:picMkLst>
            <pc:docMk/>
            <pc:sldMk cId="4240058298" sldId="858"/>
            <ac:picMk id="2050" creationId="{E42C055B-C7C9-4878-82BB-6E0BACE7EB59}"/>
          </ac:picMkLst>
        </pc:picChg>
      </pc:sldChg>
      <pc:sldChg chg="addSp delSp modSp add mod ord delAnim modAnim">
        <pc:chgData name="문용권" userId="f4576892-5165-4ec3-8fee-308c2258f490" providerId="ADAL" clId="{311714EE-204E-4118-8269-16ED9C46BE31}" dt="2025-12-01T06:31:17.734" v="2287"/>
        <pc:sldMkLst>
          <pc:docMk/>
          <pc:sldMk cId="3883508087" sldId="859"/>
        </pc:sldMkLst>
        <pc:spChg chg="add del mod">
          <ac:chgData name="문용권" userId="f4576892-5165-4ec3-8fee-308c2258f490" providerId="ADAL" clId="{311714EE-204E-4118-8269-16ED9C46BE31}" dt="2025-12-01T06:30:01.976" v="2268" actId="478"/>
          <ac:spMkLst>
            <pc:docMk/>
            <pc:sldMk cId="3883508087" sldId="859"/>
            <ac:spMk id="4" creationId="{99E6FE69-9E1A-442A-9093-3EE321D0366F}"/>
          </ac:spMkLst>
        </pc:spChg>
        <pc:spChg chg="add mod">
          <ac:chgData name="문용권" userId="f4576892-5165-4ec3-8fee-308c2258f490" providerId="ADAL" clId="{311714EE-204E-4118-8269-16ED9C46BE31}" dt="2025-12-01T06:30:44.122" v="2276" actId="14100"/>
          <ac:spMkLst>
            <pc:docMk/>
            <pc:sldMk cId="3883508087" sldId="859"/>
            <ac:spMk id="7" creationId="{21ED086F-5F3A-4F71-9767-E7DBCE851DFB}"/>
          </ac:spMkLst>
        </pc:spChg>
        <pc:spChg chg="del">
          <ac:chgData name="문용권" userId="f4576892-5165-4ec3-8fee-308c2258f490" providerId="ADAL" clId="{311714EE-204E-4118-8269-16ED9C46BE31}" dt="2025-12-01T06:28:47.261" v="2253" actId="478"/>
          <ac:spMkLst>
            <pc:docMk/>
            <pc:sldMk cId="3883508087" sldId="859"/>
            <ac:spMk id="9" creationId="{F12E1245-3121-48AE-B15B-51B503A7941A}"/>
          </ac:spMkLst>
        </pc:spChg>
        <pc:picChg chg="add mod">
          <ac:chgData name="문용권" userId="f4576892-5165-4ec3-8fee-308c2258f490" providerId="ADAL" clId="{311714EE-204E-4118-8269-16ED9C46BE31}" dt="2025-12-01T06:31:05.484" v="2282" actId="1076"/>
          <ac:picMkLst>
            <pc:docMk/>
            <pc:sldMk cId="3883508087" sldId="859"/>
            <ac:picMk id="6" creationId="{2EDB1B42-0B74-486C-A498-22510800ECE1}"/>
          </ac:picMkLst>
        </pc:picChg>
        <pc:picChg chg="add mod">
          <ac:chgData name="문용권" userId="f4576892-5165-4ec3-8fee-308c2258f490" providerId="ADAL" clId="{311714EE-204E-4118-8269-16ED9C46BE31}" dt="2025-12-01T06:31:16.368" v="2286" actId="1076"/>
          <ac:picMkLst>
            <pc:docMk/>
            <pc:sldMk cId="3883508087" sldId="859"/>
            <ac:picMk id="15" creationId="{9E94178E-B536-4592-8ADE-1D8B5BCCE03C}"/>
          </ac:picMkLst>
        </pc:picChg>
        <pc:cxnChg chg="add del">
          <ac:chgData name="문용권" userId="f4576892-5165-4ec3-8fee-308c2258f490" providerId="ADAL" clId="{311714EE-204E-4118-8269-16ED9C46BE31}" dt="2025-12-01T06:28:53.714" v="2255" actId="478"/>
          <ac:cxnSpMkLst>
            <pc:docMk/>
            <pc:sldMk cId="3883508087" sldId="859"/>
            <ac:cxnSpMk id="3" creationId="{E69F700B-7D08-410C-BCCA-278C5B93D0AC}"/>
          </ac:cxnSpMkLst>
        </pc:cxnChg>
        <pc:cxnChg chg="add mod">
          <ac:chgData name="문용권" userId="f4576892-5165-4ec3-8fee-308c2258f490" providerId="ADAL" clId="{311714EE-204E-4118-8269-16ED9C46BE31}" dt="2025-12-01T06:31:03.620" v="2281" actId="1582"/>
          <ac:cxnSpMkLst>
            <pc:docMk/>
            <pc:sldMk cId="3883508087" sldId="859"/>
            <ac:cxnSpMk id="11" creationId="{67745F5E-137F-478A-9CC0-95D0E9220741}"/>
          </ac:cxnSpMkLst>
        </pc:cxnChg>
      </pc:sldChg>
      <pc:sldChg chg="addSp modSp add mod modAnim">
        <pc:chgData name="문용권" userId="f4576892-5165-4ec3-8fee-308c2258f490" providerId="ADAL" clId="{311714EE-204E-4118-8269-16ED9C46BE31}" dt="2025-12-01T06:31:51.176" v="2339" actId="1076"/>
        <pc:sldMkLst>
          <pc:docMk/>
          <pc:sldMk cId="448281075" sldId="860"/>
        </pc:sldMkLst>
        <pc:spChg chg="add mod">
          <ac:chgData name="문용권" userId="f4576892-5165-4ec3-8fee-308c2258f490" providerId="ADAL" clId="{311714EE-204E-4118-8269-16ED9C46BE31}" dt="2025-12-01T06:31:49.576" v="2338" actId="1076"/>
          <ac:spMkLst>
            <pc:docMk/>
            <pc:sldMk cId="448281075" sldId="860"/>
            <ac:spMk id="3" creationId="{A03B2B8D-52EE-4701-BBB6-21E29B5155FC}"/>
          </ac:spMkLst>
        </pc:spChg>
        <pc:picChg chg="mod">
          <ac:chgData name="문용권" userId="f4576892-5165-4ec3-8fee-308c2258f490" providerId="ADAL" clId="{311714EE-204E-4118-8269-16ED9C46BE31}" dt="2025-12-01T06:31:51.176" v="2339" actId="1076"/>
          <ac:picMkLst>
            <pc:docMk/>
            <pc:sldMk cId="448281075" sldId="860"/>
            <ac:picMk id="2050" creationId="{E42C055B-C7C9-4878-82BB-6E0BACE7EB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A57C5-B21B-4907-A518-8D242F98B993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84225" y="1143000"/>
            <a:ext cx="5289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16A2A-A04D-4270-8362-FCDCE3939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504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1pPr>
    <a:lvl2pPr marL="358431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2pPr>
    <a:lvl3pPr marL="716861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3pPr>
    <a:lvl4pPr marL="1075290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4pPr>
    <a:lvl5pPr marL="1433721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5pPr>
    <a:lvl6pPr marL="1792152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6pPr>
    <a:lvl7pPr marL="2150582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7pPr>
    <a:lvl8pPr marL="2509013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8pPr>
    <a:lvl9pPr marL="2867444" algn="l" defTabSz="716861" rtl="0" eaLnBrk="1" latinLnBrk="1" hangingPunct="1">
      <a:defRPr sz="94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AA7CB8FD-F898-4008-94A9-1B2E4EEC465A}"/>
              </a:ext>
            </a:extLst>
          </p:cNvPr>
          <p:cNvGrpSpPr/>
          <p:nvPr userDrawn="1"/>
        </p:nvGrpSpPr>
        <p:grpSpPr>
          <a:xfrm>
            <a:off x="13" y="358993"/>
            <a:ext cx="21599524" cy="1259998"/>
            <a:chOff x="0" y="0"/>
            <a:chExt cx="5350037" cy="240529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0B5C041B-95F3-4CD9-8404-4148143F747A}"/>
                </a:ext>
              </a:extLst>
            </p:cNvPr>
            <p:cNvSpPr/>
            <p:nvPr/>
          </p:nvSpPr>
          <p:spPr>
            <a:xfrm>
              <a:off x="0" y="0"/>
              <a:ext cx="5350037" cy="240529"/>
            </a:xfrm>
            <a:custGeom>
              <a:avLst/>
              <a:gdLst/>
              <a:ahLst/>
              <a:cxnLst/>
              <a:rect l="l" t="t" r="r" b="b"/>
              <a:pathLst>
                <a:path w="5350037" h="240529">
                  <a:moveTo>
                    <a:pt x="33835" y="0"/>
                  </a:moveTo>
                  <a:lnTo>
                    <a:pt x="5316201" y="0"/>
                  </a:lnTo>
                  <a:cubicBezTo>
                    <a:pt x="5334888" y="0"/>
                    <a:pt x="5350037" y="15149"/>
                    <a:pt x="5350037" y="33835"/>
                  </a:cubicBezTo>
                  <a:lnTo>
                    <a:pt x="5350037" y="206693"/>
                  </a:lnTo>
                  <a:cubicBezTo>
                    <a:pt x="5350037" y="225380"/>
                    <a:pt x="5334888" y="240529"/>
                    <a:pt x="5316201" y="240529"/>
                  </a:cubicBezTo>
                  <a:lnTo>
                    <a:pt x="33835" y="240529"/>
                  </a:lnTo>
                  <a:cubicBezTo>
                    <a:pt x="15149" y="240529"/>
                    <a:pt x="0" y="225380"/>
                    <a:pt x="0" y="206693"/>
                  </a:cubicBezTo>
                  <a:lnTo>
                    <a:pt x="0" y="33835"/>
                  </a:lnTo>
                  <a:cubicBezTo>
                    <a:pt x="0" y="15149"/>
                    <a:pt x="15149" y="0"/>
                    <a:pt x="33835" y="0"/>
                  </a:cubicBezTo>
                  <a:close/>
                </a:path>
              </a:pathLst>
            </a:custGeom>
            <a:solidFill>
              <a:srgbClr val="000000">
                <a:alpha val="67843"/>
              </a:srgbClr>
            </a:solidFill>
            <a:ln w="9525" cap="rnd">
              <a:solidFill>
                <a:srgbClr val="FFFFFF">
                  <a:alpha val="6784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sz="1891"/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07D24DBF-BC94-4703-B09D-068DF019904D}"/>
                </a:ext>
              </a:extLst>
            </p:cNvPr>
            <p:cNvSpPr txBox="1"/>
            <p:nvPr/>
          </p:nvSpPr>
          <p:spPr>
            <a:xfrm>
              <a:off x="0" y="-57150"/>
              <a:ext cx="5350037" cy="297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8"/>
                </a:lnSpc>
              </a:pPr>
              <a:endParaRPr sz="1891"/>
            </a:p>
          </p:txBody>
        </p:sp>
      </p:grpSp>
      <p:sp>
        <p:nvSpPr>
          <p:cNvPr id="5" name="Freeform 6">
            <a:extLst>
              <a:ext uri="{FF2B5EF4-FFF2-40B4-BE49-F238E27FC236}">
                <a16:creationId xmlns:a16="http://schemas.microsoft.com/office/drawing/2014/main" id="{2FC5475B-3A53-40AF-BAA4-7D5D7FE60274}"/>
              </a:ext>
            </a:extLst>
          </p:cNvPr>
          <p:cNvSpPr/>
          <p:nvPr userDrawn="1"/>
        </p:nvSpPr>
        <p:spPr>
          <a:xfrm>
            <a:off x="1030562" y="769529"/>
            <a:ext cx="720794" cy="438934"/>
          </a:xfrm>
          <a:custGeom>
            <a:avLst/>
            <a:gdLst/>
            <a:ahLst/>
            <a:cxnLst/>
            <a:rect l="l" t="t" r="r" b="b"/>
            <a:pathLst>
              <a:path w="610286" h="358360">
                <a:moveTo>
                  <a:pt x="0" y="0"/>
                </a:moveTo>
                <a:lnTo>
                  <a:pt x="610287" y="0"/>
                </a:lnTo>
                <a:lnTo>
                  <a:pt x="610287" y="358360"/>
                </a:lnTo>
                <a:lnTo>
                  <a:pt x="0" y="358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891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BE0A6FBB-BADB-43E2-8140-3AD5B64AE62A}"/>
              </a:ext>
            </a:extLst>
          </p:cNvPr>
          <p:cNvSpPr txBox="1"/>
          <p:nvPr userDrawn="1"/>
        </p:nvSpPr>
        <p:spPr>
          <a:xfrm>
            <a:off x="9927142" y="734295"/>
            <a:ext cx="1745252" cy="35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972BF0D2-921D-4584-95CE-2450F556D9EF}"/>
              </a:ext>
            </a:extLst>
          </p:cNvPr>
          <p:cNvSpPr txBox="1"/>
          <p:nvPr userDrawn="1"/>
        </p:nvSpPr>
        <p:spPr>
          <a:xfrm>
            <a:off x="12725733" y="734295"/>
            <a:ext cx="1815763" cy="35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3E00A6B-B326-4A45-8592-ADAFB07F5706}"/>
              </a:ext>
            </a:extLst>
          </p:cNvPr>
          <p:cNvSpPr txBox="1"/>
          <p:nvPr userDrawn="1"/>
        </p:nvSpPr>
        <p:spPr>
          <a:xfrm>
            <a:off x="6952650" y="734295"/>
            <a:ext cx="1815763" cy="35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0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03C42E6B-5EC2-4411-90C1-C7E9979527D5}"/>
              </a:ext>
            </a:extLst>
          </p:cNvPr>
          <p:cNvGrpSpPr/>
          <p:nvPr userDrawn="1"/>
        </p:nvGrpSpPr>
        <p:grpSpPr>
          <a:xfrm>
            <a:off x="19665655" y="814774"/>
            <a:ext cx="718902" cy="348443"/>
            <a:chOff x="0" y="0"/>
            <a:chExt cx="811578" cy="379305"/>
          </a:xfrm>
        </p:grpSpPr>
        <p:grpSp>
          <p:nvGrpSpPr>
            <p:cNvPr id="10" name="Group 13">
              <a:extLst>
                <a:ext uri="{FF2B5EF4-FFF2-40B4-BE49-F238E27FC236}">
                  <a16:creationId xmlns:a16="http://schemas.microsoft.com/office/drawing/2014/main" id="{4D1F4EDE-1836-48F7-B17C-9E98E211E402}"/>
                </a:ext>
              </a:extLst>
            </p:cNvPr>
            <p:cNvGrpSpPr/>
            <p:nvPr/>
          </p:nvGrpSpPr>
          <p:grpSpPr>
            <a:xfrm>
              <a:off x="0" y="0"/>
              <a:ext cx="811578" cy="154731"/>
              <a:chOff x="0" y="0"/>
              <a:chExt cx="85797" cy="16358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182C1B9E-FDF1-4493-943A-B1EDC12825CA}"/>
                  </a:ext>
                </a:extLst>
              </p:cNvPr>
              <p:cNvSpPr/>
              <p:nvPr/>
            </p:nvSpPr>
            <p:spPr>
              <a:xfrm>
                <a:off x="0" y="0"/>
                <a:ext cx="85797" cy="16358"/>
              </a:xfrm>
              <a:custGeom>
                <a:avLst/>
                <a:gdLst/>
                <a:ahLst/>
                <a:cxnLst/>
                <a:rect l="l" t="t" r="r" b="b"/>
                <a:pathLst>
                  <a:path w="85797" h="16358">
                    <a:moveTo>
                      <a:pt x="8179" y="0"/>
                    </a:moveTo>
                    <a:lnTo>
                      <a:pt x="77619" y="0"/>
                    </a:lnTo>
                    <a:cubicBezTo>
                      <a:pt x="79788" y="0"/>
                      <a:pt x="81868" y="862"/>
                      <a:pt x="83402" y="2396"/>
                    </a:cubicBezTo>
                    <a:cubicBezTo>
                      <a:pt x="84936" y="3929"/>
                      <a:pt x="85797" y="6010"/>
                      <a:pt x="85797" y="8179"/>
                    </a:cubicBezTo>
                    <a:lnTo>
                      <a:pt x="85797" y="8179"/>
                    </a:lnTo>
                    <a:cubicBezTo>
                      <a:pt x="85797" y="12696"/>
                      <a:pt x="82136" y="16358"/>
                      <a:pt x="77619" y="16358"/>
                    </a:cubicBezTo>
                    <a:lnTo>
                      <a:pt x="8179" y="16358"/>
                    </a:lnTo>
                    <a:cubicBezTo>
                      <a:pt x="3662" y="16358"/>
                      <a:pt x="0" y="12696"/>
                      <a:pt x="0" y="8179"/>
                    </a:cubicBezTo>
                    <a:lnTo>
                      <a:pt x="0" y="8179"/>
                    </a:lnTo>
                    <a:cubicBezTo>
                      <a:pt x="0" y="3662"/>
                      <a:pt x="3662" y="0"/>
                      <a:pt x="817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272727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ko-KR" altLang="en-US" sz="1891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8D238E84-BF4E-46DD-BB8E-1E03B34A101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5797" cy="735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3"/>
                  </a:lnSpc>
                  <a:spcBef>
                    <a:spcPct val="0"/>
                  </a:spcBef>
                </a:pPr>
                <a:endParaRPr sz="1891"/>
              </a:p>
            </p:txBody>
          </p:sp>
        </p:grpSp>
        <p:grpSp>
          <p:nvGrpSpPr>
            <p:cNvPr id="11" name="Group 16">
              <a:extLst>
                <a:ext uri="{FF2B5EF4-FFF2-40B4-BE49-F238E27FC236}">
                  <a16:creationId xmlns:a16="http://schemas.microsoft.com/office/drawing/2014/main" id="{999B1596-EC0E-42BE-812A-B093AC4A6FBA}"/>
                </a:ext>
              </a:extLst>
            </p:cNvPr>
            <p:cNvGrpSpPr/>
            <p:nvPr/>
          </p:nvGrpSpPr>
          <p:grpSpPr>
            <a:xfrm>
              <a:off x="0" y="224574"/>
              <a:ext cx="811578" cy="154731"/>
              <a:chOff x="0" y="0"/>
              <a:chExt cx="85797" cy="16358"/>
            </a:xfrm>
          </p:grpSpPr>
          <p:sp>
            <p:nvSpPr>
              <p:cNvPr id="12" name="Freeform 17">
                <a:extLst>
                  <a:ext uri="{FF2B5EF4-FFF2-40B4-BE49-F238E27FC236}">
                    <a16:creationId xmlns:a16="http://schemas.microsoft.com/office/drawing/2014/main" id="{F849D053-D2A3-4E5F-978D-EC760604CB2F}"/>
                  </a:ext>
                </a:extLst>
              </p:cNvPr>
              <p:cNvSpPr/>
              <p:nvPr/>
            </p:nvSpPr>
            <p:spPr>
              <a:xfrm>
                <a:off x="0" y="0"/>
                <a:ext cx="85797" cy="16358"/>
              </a:xfrm>
              <a:custGeom>
                <a:avLst/>
                <a:gdLst/>
                <a:ahLst/>
                <a:cxnLst/>
                <a:rect l="l" t="t" r="r" b="b"/>
                <a:pathLst>
                  <a:path w="85797" h="16358">
                    <a:moveTo>
                      <a:pt x="8179" y="0"/>
                    </a:moveTo>
                    <a:lnTo>
                      <a:pt x="77619" y="0"/>
                    </a:lnTo>
                    <a:cubicBezTo>
                      <a:pt x="79788" y="0"/>
                      <a:pt x="81868" y="862"/>
                      <a:pt x="83402" y="2396"/>
                    </a:cubicBezTo>
                    <a:cubicBezTo>
                      <a:pt x="84936" y="3929"/>
                      <a:pt x="85797" y="6010"/>
                      <a:pt x="85797" y="8179"/>
                    </a:cubicBezTo>
                    <a:lnTo>
                      <a:pt x="85797" y="8179"/>
                    </a:lnTo>
                    <a:cubicBezTo>
                      <a:pt x="85797" y="12696"/>
                      <a:pt x="82136" y="16358"/>
                      <a:pt x="77619" y="16358"/>
                    </a:cubicBezTo>
                    <a:lnTo>
                      <a:pt x="8179" y="16358"/>
                    </a:lnTo>
                    <a:cubicBezTo>
                      <a:pt x="3662" y="16358"/>
                      <a:pt x="0" y="12696"/>
                      <a:pt x="0" y="8179"/>
                    </a:cubicBezTo>
                    <a:lnTo>
                      <a:pt x="0" y="8179"/>
                    </a:lnTo>
                    <a:cubicBezTo>
                      <a:pt x="0" y="3662"/>
                      <a:pt x="3662" y="0"/>
                      <a:pt x="817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272727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ko-KR" altLang="en-US" sz="1891"/>
              </a:p>
            </p:txBody>
          </p:sp>
          <p:sp>
            <p:nvSpPr>
              <p:cNvPr id="13" name="TextBox 18">
                <a:extLst>
                  <a:ext uri="{FF2B5EF4-FFF2-40B4-BE49-F238E27FC236}">
                    <a16:creationId xmlns:a16="http://schemas.microsoft.com/office/drawing/2014/main" id="{A1836F87-6CC7-4D19-A637-DD8B4BD81A63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5797" cy="735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3"/>
                  </a:lnSpc>
                  <a:spcBef>
                    <a:spcPct val="0"/>
                  </a:spcBef>
                </a:pPr>
                <a:endParaRPr sz="1891"/>
              </a:p>
            </p:txBody>
          </p:sp>
        </p:grpSp>
      </p:grpSp>
      <p:sp>
        <p:nvSpPr>
          <p:cNvPr id="16" name="Freeform 19">
            <a:extLst>
              <a:ext uri="{FF2B5EF4-FFF2-40B4-BE49-F238E27FC236}">
                <a16:creationId xmlns:a16="http://schemas.microsoft.com/office/drawing/2014/main" id="{F376694D-4B55-426E-9512-DD840DB1100A}"/>
              </a:ext>
            </a:extLst>
          </p:cNvPr>
          <p:cNvSpPr/>
          <p:nvPr userDrawn="1"/>
        </p:nvSpPr>
        <p:spPr>
          <a:xfrm>
            <a:off x="19015132" y="814774"/>
            <a:ext cx="270626" cy="348443"/>
          </a:xfrm>
          <a:custGeom>
            <a:avLst/>
            <a:gdLst/>
            <a:ahLst/>
            <a:cxnLst/>
            <a:rect l="l" t="t" r="r" b="b"/>
            <a:pathLst>
              <a:path w="229135" h="284479">
                <a:moveTo>
                  <a:pt x="0" y="0"/>
                </a:moveTo>
                <a:lnTo>
                  <a:pt x="229135" y="0"/>
                </a:lnTo>
                <a:lnTo>
                  <a:pt x="229135" y="284479"/>
                </a:lnTo>
                <a:lnTo>
                  <a:pt x="0" y="284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891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63C51771-6749-4B73-83BD-155D27BE974A}"/>
              </a:ext>
            </a:extLst>
          </p:cNvPr>
          <p:cNvSpPr/>
          <p:nvPr userDrawn="1"/>
        </p:nvSpPr>
        <p:spPr>
          <a:xfrm>
            <a:off x="561320" y="11869105"/>
            <a:ext cx="351971" cy="365011"/>
          </a:xfrm>
          <a:custGeom>
            <a:avLst/>
            <a:gdLst/>
            <a:ahLst/>
            <a:cxnLst/>
            <a:rect l="l" t="t" r="r" b="b"/>
            <a:pathLst>
              <a:path w="298007" h="298007">
                <a:moveTo>
                  <a:pt x="0" y="0"/>
                </a:moveTo>
                <a:lnTo>
                  <a:pt x="298007" y="0"/>
                </a:lnTo>
                <a:lnTo>
                  <a:pt x="298007" y="298007"/>
                </a:lnTo>
                <a:lnTo>
                  <a:pt x="0" y="29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891"/>
          </a:p>
        </p:txBody>
      </p:sp>
      <p:sp>
        <p:nvSpPr>
          <p:cNvPr id="18" name="Freeform 22">
            <a:extLst>
              <a:ext uri="{FF2B5EF4-FFF2-40B4-BE49-F238E27FC236}">
                <a16:creationId xmlns:a16="http://schemas.microsoft.com/office/drawing/2014/main" id="{202B0613-B340-4797-94E2-3BD5822736C1}"/>
              </a:ext>
            </a:extLst>
          </p:cNvPr>
          <p:cNvSpPr/>
          <p:nvPr userDrawn="1"/>
        </p:nvSpPr>
        <p:spPr>
          <a:xfrm>
            <a:off x="1214985" y="11869105"/>
            <a:ext cx="351971" cy="365011"/>
          </a:xfrm>
          <a:custGeom>
            <a:avLst/>
            <a:gdLst/>
            <a:ahLst/>
            <a:cxnLst/>
            <a:rect l="l" t="t" r="r" b="b"/>
            <a:pathLst>
              <a:path w="298007" h="298007">
                <a:moveTo>
                  <a:pt x="0" y="0"/>
                </a:moveTo>
                <a:lnTo>
                  <a:pt x="298007" y="0"/>
                </a:lnTo>
                <a:lnTo>
                  <a:pt x="298007" y="298007"/>
                </a:lnTo>
                <a:lnTo>
                  <a:pt x="0" y="2980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891"/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3F12775B-ACBA-4595-915A-41F1F2F9362A}"/>
              </a:ext>
            </a:extLst>
          </p:cNvPr>
          <p:cNvSpPr txBox="1"/>
          <p:nvPr userDrawn="1"/>
        </p:nvSpPr>
        <p:spPr>
          <a:xfrm>
            <a:off x="17099636" y="11785221"/>
            <a:ext cx="4148316" cy="35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COSMOS IN GODEOK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740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B0043-896E-C9CA-3E54-41F86C097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338" y="2062163"/>
            <a:ext cx="16198850" cy="43862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65A891-61B0-06EE-A26E-077F27932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0338" y="6618288"/>
            <a:ext cx="16198850" cy="3041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7794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959973" rtl="0" eaLnBrk="1" latinLnBrk="0" hangingPunct="1"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1" indent="-359991" algn="l" defTabSz="959973" rtl="0" eaLnBrk="1" latinLnBrk="0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779978" indent="-299992" algn="l" defTabSz="959973" rtl="0" eaLnBrk="1" latinLnBrk="0" hangingPunct="1">
        <a:spcBef>
          <a:spcPct val="20000"/>
        </a:spcBef>
        <a:buFont typeface="Arial" pitchFamily="34" charset="0"/>
        <a:buChar char="–"/>
        <a:defRPr sz="2939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8" indent="-239995" algn="l" defTabSz="959973" rtl="0" eaLnBrk="1" latinLnBrk="0" hangingPunct="1">
        <a:spcBef>
          <a:spcPct val="20000"/>
        </a:spcBef>
        <a:buFont typeface="Arial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679953" indent="-239995" algn="l" defTabSz="959973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9940" indent="-239995" algn="l" defTabSz="959973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9929" indent="-239995" algn="l" defTabSz="959973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9915" indent="-239995" algn="l" defTabSz="959973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9900" indent="-239995" algn="l" defTabSz="959973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9885" indent="-239995" algn="l" defTabSz="959973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1pPr>
      <a:lvl2pPr marL="479985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2pPr>
      <a:lvl3pPr marL="959973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3pPr>
      <a:lvl4pPr marL="1439961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4pPr>
      <a:lvl5pPr marL="1919947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5pPr>
      <a:lvl6pPr marL="2399933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6pPr>
      <a:lvl7pPr marL="2879919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7pPr>
      <a:lvl8pPr marL="3359909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8pPr>
      <a:lvl9pPr marL="3839895" algn="l" defTabSz="959973" rtl="0" eaLnBrk="1" latinLnBrk="0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9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59937" rtl="0" eaLnBrk="1" latinLnBrk="1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6" indent="-239986" algn="l" defTabSz="959937" rtl="0" eaLnBrk="1" latinLnBrk="1" hangingPunct="1">
        <a:lnSpc>
          <a:spcPct val="90000"/>
        </a:lnSpc>
        <a:spcBef>
          <a:spcPts val="1052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3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2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4pPr>
      <a:lvl5pPr marL="2159860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8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8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6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4" indent="-239986" algn="l" defTabSz="959937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5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2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1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9" algn="l" defTabSz="959937" rtl="0" eaLnBrk="1" latinLnBrk="1" hangingPunct="1">
        <a:defRPr sz="1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11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2">
            <a:extLst>
              <a:ext uri="{FF2B5EF4-FFF2-40B4-BE49-F238E27FC236}">
                <a16:creationId xmlns:a16="http://schemas.microsoft.com/office/drawing/2014/main" id="{99F542BF-50B3-4A70-B61B-F3F2A916794A}"/>
              </a:ext>
            </a:extLst>
          </p:cNvPr>
          <p:cNvSpPr/>
          <p:nvPr/>
        </p:nvSpPr>
        <p:spPr>
          <a:xfrm>
            <a:off x="1260249" y="224455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7" name="Group 3">
            <a:extLst>
              <a:ext uri="{FF2B5EF4-FFF2-40B4-BE49-F238E27FC236}">
                <a16:creationId xmlns:a16="http://schemas.microsoft.com/office/drawing/2014/main" id="{2ED8EDF6-6594-49BA-A86D-413426784D9E}"/>
              </a:ext>
            </a:extLst>
          </p:cNvPr>
          <p:cNvGrpSpPr/>
          <p:nvPr/>
        </p:nvGrpSpPr>
        <p:grpSpPr>
          <a:xfrm>
            <a:off x="1260249" y="293093"/>
            <a:ext cx="18287998" cy="1028700"/>
            <a:chOff x="0" y="0"/>
            <a:chExt cx="5350037" cy="240529"/>
          </a:xfrm>
        </p:grpSpPr>
        <p:sp>
          <p:nvSpPr>
            <p:cNvPr id="38" name="Freeform 4">
              <a:extLst>
                <a:ext uri="{FF2B5EF4-FFF2-40B4-BE49-F238E27FC236}">
                  <a16:creationId xmlns:a16="http://schemas.microsoft.com/office/drawing/2014/main" id="{68BDFBA2-5011-4056-89BC-D78ADBCC8F60}"/>
                </a:ext>
              </a:extLst>
            </p:cNvPr>
            <p:cNvSpPr/>
            <p:nvPr/>
          </p:nvSpPr>
          <p:spPr>
            <a:xfrm>
              <a:off x="0" y="0"/>
              <a:ext cx="5350037" cy="240529"/>
            </a:xfrm>
            <a:custGeom>
              <a:avLst/>
              <a:gdLst/>
              <a:ahLst/>
              <a:cxnLst/>
              <a:rect l="l" t="t" r="r" b="b"/>
              <a:pathLst>
                <a:path w="5350037" h="240529">
                  <a:moveTo>
                    <a:pt x="33835" y="0"/>
                  </a:moveTo>
                  <a:lnTo>
                    <a:pt x="5316201" y="0"/>
                  </a:lnTo>
                  <a:cubicBezTo>
                    <a:pt x="5334888" y="0"/>
                    <a:pt x="5350037" y="15149"/>
                    <a:pt x="5350037" y="33835"/>
                  </a:cubicBezTo>
                  <a:lnTo>
                    <a:pt x="5350037" y="206693"/>
                  </a:lnTo>
                  <a:cubicBezTo>
                    <a:pt x="5350037" y="225380"/>
                    <a:pt x="5334888" y="240529"/>
                    <a:pt x="5316201" y="240529"/>
                  </a:cubicBezTo>
                  <a:lnTo>
                    <a:pt x="33835" y="240529"/>
                  </a:lnTo>
                  <a:cubicBezTo>
                    <a:pt x="15149" y="240529"/>
                    <a:pt x="0" y="225380"/>
                    <a:pt x="0" y="206693"/>
                  </a:cubicBezTo>
                  <a:lnTo>
                    <a:pt x="0" y="33835"/>
                  </a:lnTo>
                  <a:cubicBezTo>
                    <a:pt x="0" y="15149"/>
                    <a:pt x="15149" y="0"/>
                    <a:pt x="33835" y="0"/>
                  </a:cubicBezTo>
                  <a:close/>
                </a:path>
              </a:pathLst>
            </a:custGeom>
            <a:solidFill>
              <a:srgbClr val="000000">
                <a:alpha val="67843"/>
              </a:srgbClr>
            </a:solidFill>
            <a:ln w="9525" cap="rnd">
              <a:solidFill>
                <a:srgbClr val="FFFFFF">
                  <a:alpha val="6784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5">
              <a:extLst>
                <a:ext uri="{FF2B5EF4-FFF2-40B4-BE49-F238E27FC236}">
                  <a16:creationId xmlns:a16="http://schemas.microsoft.com/office/drawing/2014/main" id="{B5C6FF4A-BB06-4C61-9866-4EED441BAA4D}"/>
                </a:ext>
              </a:extLst>
            </p:cNvPr>
            <p:cNvSpPr txBox="1"/>
            <p:nvPr/>
          </p:nvSpPr>
          <p:spPr>
            <a:xfrm>
              <a:off x="0" y="-57150"/>
              <a:ext cx="5350037" cy="297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40" name="Freeform 6">
            <a:extLst>
              <a:ext uri="{FF2B5EF4-FFF2-40B4-BE49-F238E27FC236}">
                <a16:creationId xmlns:a16="http://schemas.microsoft.com/office/drawing/2014/main" id="{39FAC252-C6F8-4D0E-AB7D-D287FA7E689F}"/>
              </a:ext>
            </a:extLst>
          </p:cNvPr>
          <p:cNvSpPr/>
          <p:nvPr/>
        </p:nvSpPr>
        <p:spPr>
          <a:xfrm>
            <a:off x="2132808" y="628263"/>
            <a:ext cx="610286" cy="358360"/>
          </a:xfrm>
          <a:custGeom>
            <a:avLst/>
            <a:gdLst/>
            <a:ahLst/>
            <a:cxnLst/>
            <a:rect l="l" t="t" r="r" b="b"/>
            <a:pathLst>
              <a:path w="610286" h="358360">
                <a:moveTo>
                  <a:pt x="0" y="0"/>
                </a:moveTo>
                <a:lnTo>
                  <a:pt x="610287" y="0"/>
                </a:lnTo>
                <a:lnTo>
                  <a:pt x="610287" y="358360"/>
                </a:lnTo>
                <a:lnTo>
                  <a:pt x="0" y="358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8256E226-9079-45DB-8317-66F47E3B09EF}"/>
              </a:ext>
            </a:extLst>
          </p:cNvPr>
          <p:cNvSpPr txBox="1"/>
          <p:nvPr/>
        </p:nvSpPr>
        <p:spPr>
          <a:xfrm>
            <a:off x="9665408" y="599497"/>
            <a:ext cx="1477680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EFD35C0E-BCAD-4CD9-9AEC-2732975BDCCD}"/>
              </a:ext>
            </a:extLst>
          </p:cNvPr>
          <p:cNvSpPr txBox="1"/>
          <p:nvPr/>
        </p:nvSpPr>
        <p:spPr>
          <a:xfrm>
            <a:off x="12034937" y="599497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43" name="TextBox 9">
            <a:extLst>
              <a:ext uri="{FF2B5EF4-FFF2-40B4-BE49-F238E27FC236}">
                <a16:creationId xmlns:a16="http://schemas.microsoft.com/office/drawing/2014/main" id="{638692CD-B163-4C35-9A5E-F25334028711}"/>
              </a:ext>
            </a:extLst>
          </p:cNvPr>
          <p:cNvSpPr txBox="1"/>
          <p:nvPr/>
        </p:nvSpPr>
        <p:spPr>
          <a:xfrm>
            <a:off x="7146954" y="599497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2098EA21-33B4-4989-84DC-DE055FDDEF21}"/>
              </a:ext>
            </a:extLst>
          </p:cNvPr>
          <p:cNvSpPr txBox="1"/>
          <p:nvPr/>
        </p:nvSpPr>
        <p:spPr>
          <a:xfrm>
            <a:off x="4032557" y="6299994"/>
            <a:ext cx="12743382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13800" dirty="0">
                <a:solidFill>
                  <a:srgbClr val="FFFFFF"/>
                </a:solidFill>
                <a:latin typeface="Bradley Hand ITC" panose="03070402050302030203" pitchFamily="66" charset="0"/>
                <a:cs typeface="Poppins"/>
                <a:sym typeface="Poppins Semi-Bold"/>
              </a:rPr>
              <a:t>COSMOS</a:t>
            </a:r>
          </a:p>
          <a:p>
            <a:pPr algn="ctr">
              <a:lnSpc>
                <a:spcPts val="3400"/>
              </a:lnSpc>
            </a:pPr>
            <a:endParaRPr lang="en-US" sz="8000" dirty="0">
              <a:solidFill>
                <a:srgbClr val="FFFFFF"/>
              </a:solidFill>
              <a:latin typeface="조군 개발새발 V3" panose="020B0500000000000000" pitchFamily="50" charset="-127"/>
              <a:ea typeface="조군 개발새발 V3" panose="020B0500000000000000" pitchFamily="50" charset="-127"/>
              <a:cs typeface="조군 개발새발 V3" panose="020B0500000000000000" pitchFamily="50" charset="-127"/>
              <a:sym typeface="Poppins Semi-Bold"/>
            </a:endParaRPr>
          </a:p>
          <a:p>
            <a:pPr algn="ctr">
              <a:lnSpc>
                <a:spcPts val="3400"/>
              </a:lnSpc>
            </a:pPr>
            <a:r>
              <a:rPr lang="en-US" sz="4800" dirty="0">
                <a:solidFill>
                  <a:srgbClr val="FFFFFF"/>
                </a:solidFill>
                <a:latin typeface="조군 개발새발 V3" panose="020B0500000000000000" pitchFamily="50" charset="-127"/>
                <a:ea typeface="조군 개발새발 V3" panose="020B0500000000000000" pitchFamily="50" charset="-127"/>
                <a:cs typeface="조군 개발새발 V3" panose="020B0500000000000000" pitchFamily="50" charset="-127"/>
                <a:sym typeface="Poppins Semi-Bold"/>
              </a:rPr>
              <a:t>:</a:t>
            </a:r>
            <a:r>
              <a:rPr lang="ko-KR" altLang="en-US" sz="4800" dirty="0">
                <a:solidFill>
                  <a:srgbClr val="FFFFFF"/>
                </a:solidFill>
                <a:latin typeface="조군 개발새발 V3" panose="020B0500000000000000" pitchFamily="50" charset="-127"/>
                <a:ea typeface="조군 개발새발 V3" panose="020B0500000000000000" pitchFamily="50" charset="-127"/>
                <a:cs typeface="조군 개발새발 V3" panose="020B0500000000000000" pitchFamily="50" charset="-127"/>
                <a:sym typeface="Poppins Semi-Bold"/>
              </a:rPr>
              <a:t>관측 가능한 우주</a:t>
            </a:r>
            <a:endParaRPr lang="en-US" sz="4800" dirty="0">
              <a:solidFill>
                <a:srgbClr val="FFFFFF"/>
              </a:solidFill>
              <a:latin typeface="조군 개발새발 V3" panose="020B0500000000000000" pitchFamily="50" charset="-127"/>
              <a:ea typeface="조군 개발새발 V3" panose="020B0500000000000000" pitchFamily="50" charset="-127"/>
              <a:cs typeface="조군 개발새발 V3" panose="020B0500000000000000" pitchFamily="50" charset="-127"/>
              <a:sym typeface="Poppins Semi-Bold"/>
            </a:endParaRP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5C40FA4E-398B-478E-AE55-919D8569517A}"/>
              </a:ext>
            </a:extLst>
          </p:cNvPr>
          <p:cNvSpPr txBox="1"/>
          <p:nvPr/>
        </p:nvSpPr>
        <p:spPr>
          <a:xfrm>
            <a:off x="5967902" y="8139018"/>
            <a:ext cx="8872692" cy="45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4000" dirty="0">
                <a:solidFill>
                  <a:srgbClr val="FFFFFF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  <a:cs typeface="Poppins Bold" panose="00000800000000000000" charset="0"/>
                <a:sym typeface="Poppins"/>
              </a:rPr>
              <a:t>By. </a:t>
            </a:r>
            <a:r>
              <a:rPr lang="ko-KR" altLang="en-US" sz="4000" dirty="0">
                <a:solidFill>
                  <a:srgbClr val="FFFFFF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  <a:cs typeface="Poppins Bold" panose="00000800000000000000" charset="0"/>
                <a:sym typeface="Poppins"/>
              </a:rPr>
              <a:t>문용권 </a:t>
            </a:r>
            <a:r>
              <a:rPr lang="en-US" altLang="ko-KR" sz="4000" dirty="0">
                <a:solidFill>
                  <a:srgbClr val="FFFFFF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  <a:cs typeface="Poppins Bold" panose="00000800000000000000" charset="0"/>
                <a:sym typeface="Poppins"/>
              </a:rPr>
              <a:t>T</a:t>
            </a:r>
            <a:endParaRPr lang="en-US" sz="4000" dirty="0">
              <a:solidFill>
                <a:srgbClr val="FFFFFF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  <a:cs typeface="Poppins Bold" panose="00000800000000000000" charset="0"/>
              <a:sym typeface="Poppins"/>
            </a:endParaRPr>
          </a:p>
        </p:txBody>
      </p:sp>
      <p:grpSp>
        <p:nvGrpSpPr>
          <p:cNvPr id="46" name="Group 12">
            <a:extLst>
              <a:ext uri="{FF2B5EF4-FFF2-40B4-BE49-F238E27FC236}">
                <a16:creationId xmlns:a16="http://schemas.microsoft.com/office/drawing/2014/main" id="{6040C1F5-EB71-4596-923A-D06C78ADD211}"/>
              </a:ext>
            </a:extLst>
          </p:cNvPr>
          <p:cNvGrpSpPr/>
          <p:nvPr/>
        </p:nvGrpSpPr>
        <p:grpSpPr>
          <a:xfrm>
            <a:off x="17910864" y="665203"/>
            <a:ext cx="608684" cy="284479"/>
            <a:chOff x="0" y="0"/>
            <a:chExt cx="811578" cy="379305"/>
          </a:xfrm>
        </p:grpSpPr>
        <p:grpSp>
          <p:nvGrpSpPr>
            <p:cNvPr id="47" name="Group 13">
              <a:extLst>
                <a:ext uri="{FF2B5EF4-FFF2-40B4-BE49-F238E27FC236}">
                  <a16:creationId xmlns:a16="http://schemas.microsoft.com/office/drawing/2014/main" id="{858C857B-C000-4517-9956-6F918289621F}"/>
                </a:ext>
              </a:extLst>
            </p:cNvPr>
            <p:cNvGrpSpPr/>
            <p:nvPr/>
          </p:nvGrpSpPr>
          <p:grpSpPr>
            <a:xfrm>
              <a:off x="0" y="0"/>
              <a:ext cx="811578" cy="154731"/>
              <a:chOff x="0" y="0"/>
              <a:chExt cx="85797" cy="16358"/>
            </a:xfrm>
          </p:grpSpPr>
          <p:sp>
            <p:nvSpPr>
              <p:cNvPr id="51" name="Freeform 14">
                <a:extLst>
                  <a:ext uri="{FF2B5EF4-FFF2-40B4-BE49-F238E27FC236}">
                    <a16:creationId xmlns:a16="http://schemas.microsoft.com/office/drawing/2014/main" id="{3FF24194-966F-4459-8F7F-5282E96819E5}"/>
                  </a:ext>
                </a:extLst>
              </p:cNvPr>
              <p:cNvSpPr/>
              <p:nvPr/>
            </p:nvSpPr>
            <p:spPr>
              <a:xfrm>
                <a:off x="0" y="0"/>
                <a:ext cx="85797" cy="16358"/>
              </a:xfrm>
              <a:custGeom>
                <a:avLst/>
                <a:gdLst/>
                <a:ahLst/>
                <a:cxnLst/>
                <a:rect l="l" t="t" r="r" b="b"/>
                <a:pathLst>
                  <a:path w="85797" h="16358">
                    <a:moveTo>
                      <a:pt x="8179" y="0"/>
                    </a:moveTo>
                    <a:lnTo>
                      <a:pt x="77619" y="0"/>
                    </a:lnTo>
                    <a:cubicBezTo>
                      <a:pt x="79788" y="0"/>
                      <a:pt x="81868" y="862"/>
                      <a:pt x="83402" y="2396"/>
                    </a:cubicBezTo>
                    <a:cubicBezTo>
                      <a:pt x="84936" y="3929"/>
                      <a:pt x="85797" y="6010"/>
                      <a:pt x="85797" y="8179"/>
                    </a:cubicBezTo>
                    <a:lnTo>
                      <a:pt x="85797" y="8179"/>
                    </a:lnTo>
                    <a:cubicBezTo>
                      <a:pt x="85797" y="12696"/>
                      <a:pt x="82136" y="16358"/>
                      <a:pt x="77619" y="16358"/>
                    </a:cubicBezTo>
                    <a:lnTo>
                      <a:pt x="8179" y="16358"/>
                    </a:lnTo>
                    <a:cubicBezTo>
                      <a:pt x="3662" y="16358"/>
                      <a:pt x="0" y="12696"/>
                      <a:pt x="0" y="8179"/>
                    </a:cubicBezTo>
                    <a:lnTo>
                      <a:pt x="0" y="8179"/>
                    </a:lnTo>
                    <a:cubicBezTo>
                      <a:pt x="0" y="3662"/>
                      <a:pt x="3662" y="0"/>
                      <a:pt x="817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272727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15">
                <a:extLst>
                  <a:ext uri="{FF2B5EF4-FFF2-40B4-BE49-F238E27FC236}">
                    <a16:creationId xmlns:a16="http://schemas.microsoft.com/office/drawing/2014/main" id="{79449A4F-5753-4D52-BE8C-362972E87E0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5797" cy="735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8" name="Group 16">
              <a:extLst>
                <a:ext uri="{FF2B5EF4-FFF2-40B4-BE49-F238E27FC236}">
                  <a16:creationId xmlns:a16="http://schemas.microsoft.com/office/drawing/2014/main" id="{048BED0C-2C09-40AC-B8E3-560FAA807AFD}"/>
                </a:ext>
              </a:extLst>
            </p:cNvPr>
            <p:cNvGrpSpPr/>
            <p:nvPr/>
          </p:nvGrpSpPr>
          <p:grpSpPr>
            <a:xfrm>
              <a:off x="0" y="224574"/>
              <a:ext cx="811578" cy="154731"/>
              <a:chOff x="0" y="0"/>
              <a:chExt cx="85797" cy="16358"/>
            </a:xfrm>
          </p:grpSpPr>
          <p:sp>
            <p:nvSpPr>
              <p:cNvPr id="49" name="Freeform 17">
                <a:extLst>
                  <a:ext uri="{FF2B5EF4-FFF2-40B4-BE49-F238E27FC236}">
                    <a16:creationId xmlns:a16="http://schemas.microsoft.com/office/drawing/2014/main" id="{CB2DC7E2-6110-48B5-93DF-24D16875F4B8}"/>
                  </a:ext>
                </a:extLst>
              </p:cNvPr>
              <p:cNvSpPr/>
              <p:nvPr/>
            </p:nvSpPr>
            <p:spPr>
              <a:xfrm>
                <a:off x="0" y="0"/>
                <a:ext cx="85797" cy="16358"/>
              </a:xfrm>
              <a:custGeom>
                <a:avLst/>
                <a:gdLst/>
                <a:ahLst/>
                <a:cxnLst/>
                <a:rect l="l" t="t" r="r" b="b"/>
                <a:pathLst>
                  <a:path w="85797" h="16358">
                    <a:moveTo>
                      <a:pt x="8179" y="0"/>
                    </a:moveTo>
                    <a:lnTo>
                      <a:pt x="77619" y="0"/>
                    </a:lnTo>
                    <a:cubicBezTo>
                      <a:pt x="79788" y="0"/>
                      <a:pt x="81868" y="862"/>
                      <a:pt x="83402" y="2396"/>
                    </a:cubicBezTo>
                    <a:cubicBezTo>
                      <a:pt x="84936" y="3929"/>
                      <a:pt x="85797" y="6010"/>
                      <a:pt x="85797" y="8179"/>
                    </a:cubicBezTo>
                    <a:lnTo>
                      <a:pt x="85797" y="8179"/>
                    </a:lnTo>
                    <a:cubicBezTo>
                      <a:pt x="85797" y="12696"/>
                      <a:pt x="82136" y="16358"/>
                      <a:pt x="77619" y="16358"/>
                    </a:cubicBezTo>
                    <a:lnTo>
                      <a:pt x="8179" y="16358"/>
                    </a:lnTo>
                    <a:cubicBezTo>
                      <a:pt x="3662" y="16358"/>
                      <a:pt x="0" y="12696"/>
                      <a:pt x="0" y="8179"/>
                    </a:cubicBezTo>
                    <a:lnTo>
                      <a:pt x="0" y="8179"/>
                    </a:lnTo>
                    <a:cubicBezTo>
                      <a:pt x="0" y="3662"/>
                      <a:pt x="3662" y="0"/>
                      <a:pt x="817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272727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TextBox 18">
                <a:extLst>
                  <a:ext uri="{FF2B5EF4-FFF2-40B4-BE49-F238E27FC236}">
                    <a16:creationId xmlns:a16="http://schemas.microsoft.com/office/drawing/2014/main" id="{3FD17A66-1FEC-4F55-8399-5F129AB5974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5797" cy="735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3" name="Freeform 19">
            <a:extLst>
              <a:ext uri="{FF2B5EF4-FFF2-40B4-BE49-F238E27FC236}">
                <a16:creationId xmlns:a16="http://schemas.microsoft.com/office/drawing/2014/main" id="{2E7EF639-C10A-4DA8-B96C-29BAC4B9416B}"/>
              </a:ext>
            </a:extLst>
          </p:cNvPr>
          <p:cNvSpPr/>
          <p:nvPr/>
        </p:nvSpPr>
        <p:spPr>
          <a:xfrm>
            <a:off x="17360077" y="665203"/>
            <a:ext cx="229135" cy="284479"/>
          </a:xfrm>
          <a:custGeom>
            <a:avLst/>
            <a:gdLst/>
            <a:ahLst/>
            <a:cxnLst/>
            <a:rect l="l" t="t" r="r" b="b"/>
            <a:pathLst>
              <a:path w="229135" h="284479">
                <a:moveTo>
                  <a:pt x="0" y="0"/>
                </a:moveTo>
                <a:lnTo>
                  <a:pt x="229135" y="0"/>
                </a:lnTo>
                <a:lnTo>
                  <a:pt x="229135" y="284479"/>
                </a:lnTo>
                <a:lnTo>
                  <a:pt x="0" y="284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4" name="Freeform 21">
            <a:extLst>
              <a:ext uri="{FF2B5EF4-FFF2-40B4-BE49-F238E27FC236}">
                <a16:creationId xmlns:a16="http://schemas.microsoft.com/office/drawing/2014/main" id="{68E85BB8-0AAA-4985-A1E5-F93EB88295D9}"/>
              </a:ext>
            </a:extLst>
          </p:cNvPr>
          <p:cNvSpPr/>
          <p:nvPr/>
        </p:nvSpPr>
        <p:spPr>
          <a:xfrm>
            <a:off x="2288948" y="11304881"/>
            <a:ext cx="298007" cy="298007"/>
          </a:xfrm>
          <a:custGeom>
            <a:avLst/>
            <a:gdLst/>
            <a:ahLst/>
            <a:cxnLst/>
            <a:rect l="l" t="t" r="r" b="b"/>
            <a:pathLst>
              <a:path w="298007" h="298007">
                <a:moveTo>
                  <a:pt x="0" y="0"/>
                </a:moveTo>
                <a:lnTo>
                  <a:pt x="298007" y="0"/>
                </a:lnTo>
                <a:lnTo>
                  <a:pt x="298007" y="298007"/>
                </a:lnTo>
                <a:lnTo>
                  <a:pt x="0" y="29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5" name="Freeform 22">
            <a:extLst>
              <a:ext uri="{FF2B5EF4-FFF2-40B4-BE49-F238E27FC236}">
                <a16:creationId xmlns:a16="http://schemas.microsoft.com/office/drawing/2014/main" id="{DB64D4C6-BDBD-43E8-9E0C-AC767E9216E8}"/>
              </a:ext>
            </a:extLst>
          </p:cNvPr>
          <p:cNvSpPr/>
          <p:nvPr/>
        </p:nvSpPr>
        <p:spPr>
          <a:xfrm>
            <a:off x="2842397" y="11304881"/>
            <a:ext cx="298007" cy="298007"/>
          </a:xfrm>
          <a:custGeom>
            <a:avLst/>
            <a:gdLst/>
            <a:ahLst/>
            <a:cxnLst/>
            <a:rect l="l" t="t" r="r" b="b"/>
            <a:pathLst>
              <a:path w="298007" h="298007">
                <a:moveTo>
                  <a:pt x="0" y="0"/>
                </a:moveTo>
                <a:lnTo>
                  <a:pt x="298007" y="0"/>
                </a:lnTo>
                <a:lnTo>
                  <a:pt x="298007" y="298007"/>
                </a:lnTo>
                <a:lnTo>
                  <a:pt x="0" y="2980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6" name="Freeform 23">
            <a:extLst>
              <a:ext uri="{FF2B5EF4-FFF2-40B4-BE49-F238E27FC236}">
                <a16:creationId xmlns:a16="http://schemas.microsoft.com/office/drawing/2014/main" id="{E73C346B-A8E6-449A-AD1A-C43ED739B07F}"/>
              </a:ext>
            </a:extLst>
          </p:cNvPr>
          <p:cNvSpPr/>
          <p:nvPr/>
        </p:nvSpPr>
        <p:spPr>
          <a:xfrm>
            <a:off x="8260527" y="2504564"/>
            <a:ext cx="4287442" cy="2517584"/>
          </a:xfrm>
          <a:custGeom>
            <a:avLst/>
            <a:gdLst/>
            <a:ahLst/>
            <a:cxnLst/>
            <a:rect l="l" t="t" r="r" b="b"/>
            <a:pathLst>
              <a:path w="2176238" h="1277887">
                <a:moveTo>
                  <a:pt x="0" y="0"/>
                </a:moveTo>
                <a:lnTo>
                  <a:pt x="2176238" y="0"/>
                </a:lnTo>
                <a:lnTo>
                  <a:pt x="2176238" y="1277887"/>
                </a:lnTo>
                <a:lnTo>
                  <a:pt x="0" y="1277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57" name="Group 24">
            <a:extLst>
              <a:ext uri="{FF2B5EF4-FFF2-40B4-BE49-F238E27FC236}">
                <a16:creationId xmlns:a16="http://schemas.microsoft.com/office/drawing/2014/main" id="{2AB7B5B4-02CF-4193-9273-06CAAF5437FF}"/>
              </a:ext>
            </a:extLst>
          </p:cNvPr>
          <p:cNvGrpSpPr/>
          <p:nvPr/>
        </p:nvGrpSpPr>
        <p:grpSpPr>
          <a:xfrm>
            <a:off x="7620094" y="9186488"/>
            <a:ext cx="2689946" cy="794302"/>
            <a:chOff x="0" y="0"/>
            <a:chExt cx="878391" cy="259376"/>
          </a:xfrm>
        </p:grpSpPr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4B18DF8A-2186-466B-B246-94F3200C46DF}"/>
                </a:ext>
              </a:extLst>
            </p:cNvPr>
            <p:cNvSpPr/>
            <p:nvPr/>
          </p:nvSpPr>
          <p:spPr>
            <a:xfrm>
              <a:off x="0" y="0"/>
              <a:ext cx="878391" cy="259376"/>
            </a:xfrm>
            <a:custGeom>
              <a:avLst/>
              <a:gdLst/>
              <a:ahLst/>
              <a:cxnLst/>
              <a:rect l="l" t="t" r="r" b="b"/>
              <a:pathLst>
                <a:path w="878391" h="259376">
                  <a:moveTo>
                    <a:pt x="129688" y="0"/>
                  </a:moveTo>
                  <a:lnTo>
                    <a:pt x="748703" y="0"/>
                  </a:lnTo>
                  <a:cubicBezTo>
                    <a:pt x="820328" y="0"/>
                    <a:pt x="878391" y="58063"/>
                    <a:pt x="878391" y="129688"/>
                  </a:cubicBezTo>
                  <a:lnTo>
                    <a:pt x="878391" y="129688"/>
                  </a:lnTo>
                  <a:cubicBezTo>
                    <a:pt x="878391" y="164084"/>
                    <a:pt x="864728" y="197070"/>
                    <a:pt x="840406" y="221391"/>
                  </a:cubicBezTo>
                  <a:cubicBezTo>
                    <a:pt x="816085" y="245713"/>
                    <a:pt x="783098" y="259376"/>
                    <a:pt x="748703" y="259376"/>
                  </a:cubicBezTo>
                  <a:lnTo>
                    <a:pt x="129688" y="259376"/>
                  </a:lnTo>
                  <a:cubicBezTo>
                    <a:pt x="58063" y="259376"/>
                    <a:pt x="0" y="201313"/>
                    <a:pt x="0" y="129688"/>
                  </a:cubicBezTo>
                  <a:lnTo>
                    <a:pt x="0" y="129688"/>
                  </a:lnTo>
                  <a:cubicBezTo>
                    <a:pt x="0" y="58063"/>
                    <a:pt x="58063" y="0"/>
                    <a:pt x="129688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26">
              <a:extLst>
                <a:ext uri="{FF2B5EF4-FFF2-40B4-BE49-F238E27FC236}">
                  <a16:creationId xmlns:a16="http://schemas.microsoft.com/office/drawing/2014/main" id="{59386ED0-B781-4CF1-9B2F-0D4362D66950}"/>
                </a:ext>
              </a:extLst>
            </p:cNvPr>
            <p:cNvSpPr txBox="1"/>
            <p:nvPr/>
          </p:nvSpPr>
          <p:spPr>
            <a:xfrm>
              <a:off x="0" y="-57150"/>
              <a:ext cx="878391" cy="316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0" name="Group 27">
            <a:extLst>
              <a:ext uri="{FF2B5EF4-FFF2-40B4-BE49-F238E27FC236}">
                <a16:creationId xmlns:a16="http://schemas.microsoft.com/office/drawing/2014/main" id="{A0FCA225-6D32-4754-966B-8E4984655319}"/>
              </a:ext>
            </a:extLst>
          </p:cNvPr>
          <p:cNvGrpSpPr/>
          <p:nvPr/>
        </p:nvGrpSpPr>
        <p:grpSpPr>
          <a:xfrm>
            <a:off x="10561291" y="9186488"/>
            <a:ext cx="794302" cy="794302"/>
            <a:chOff x="0" y="0"/>
            <a:chExt cx="812800" cy="812800"/>
          </a:xfrm>
        </p:grpSpPr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B3045040-3C2D-4FD9-A534-535E0405F1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29">
              <a:extLst>
                <a:ext uri="{FF2B5EF4-FFF2-40B4-BE49-F238E27FC236}">
                  <a16:creationId xmlns:a16="http://schemas.microsoft.com/office/drawing/2014/main" id="{74D0B387-50F4-485C-B0F4-19F21CBF0A3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3" name="Group 30">
            <a:extLst>
              <a:ext uri="{FF2B5EF4-FFF2-40B4-BE49-F238E27FC236}">
                <a16:creationId xmlns:a16="http://schemas.microsoft.com/office/drawing/2014/main" id="{C5EC01C5-26D6-4DF0-9E6F-183F1266624E}"/>
              </a:ext>
            </a:extLst>
          </p:cNvPr>
          <p:cNvGrpSpPr/>
          <p:nvPr/>
        </p:nvGrpSpPr>
        <p:grpSpPr>
          <a:xfrm rot="5400000">
            <a:off x="10847742" y="9451678"/>
            <a:ext cx="301625" cy="263922"/>
            <a:chOff x="0" y="0"/>
            <a:chExt cx="812800" cy="711200"/>
          </a:xfrm>
        </p:grpSpPr>
        <p:sp>
          <p:nvSpPr>
            <p:cNvPr id="64" name="Freeform 31">
              <a:extLst>
                <a:ext uri="{FF2B5EF4-FFF2-40B4-BE49-F238E27FC236}">
                  <a16:creationId xmlns:a16="http://schemas.microsoft.com/office/drawing/2014/main" id="{0ADEDDE9-3F00-4DEC-8D41-99DFBE350658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Box 32">
              <a:extLst>
                <a:ext uri="{FF2B5EF4-FFF2-40B4-BE49-F238E27FC236}">
                  <a16:creationId xmlns:a16="http://schemas.microsoft.com/office/drawing/2014/main" id="{7546755D-AA90-41D5-9231-5E758B78A6D1}"/>
                </a:ext>
              </a:extLst>
            </p:cNvPr>
            <p:cNvSpPr txBox="1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6" name="TextBox 33">
            <a:extLst>
              <a:ext uri="{FF2B5EF4-FFF2-40B4-BE49-F238E27FC236}">
                <a16:creationId xmlns:a16="http://schemas.microsoft.com/office/drawing/2014/main" id="{C4C70488-72FE-4B82-81B5-7C1A80D35242}"/>
              </a:ext>
            </a:extLst>
          </p:cNvPr>
          <p:cNvSpPr txBox="1"/>
          <p:nvPr/>
        </p:nvSpPr>
        <p:spPr>
          <a:xfrm>
            <a:off x="7770219" y="9375677"/>
            <a:ext cx="238969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More</a:t>
            </a:r>
          </a:p>
        </p:txBody>
      </p:sp>
      <p:sp>
        <p:nvSpPr>
          <p:cNvPr id="67" name="TextBox 34">
            <a:extLst>
              <a:ext uri="{FF2B5EF4-FFF2-40B4-BE49-F238E27FC236}">
                <a16:creationId xmlns:a16="http://schemas.microsoft.com/office/drawing/2014/main" id="{0C25F3FF-5E39-46E1-A41F-A2C63C68435A}"/>
              </a:ext>
            </a:extLst>
          </p:cNvPr>
          <p:cNvSpPr txBox="1"/>
          <p:nvPr/>
        </p:nvSpPr>
        <p:spPr>
          <a:xfrm>
            <a:off x="11586429" y="9375677"/>
            <a:ext cx="1668580" cy="34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253083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607258-3FC4-490F-A220-E8D9816CE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764" y="2234962"/>
            <a:ext cx="13715998" cy="103650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4720FC-E9FA-43F1-AC30-E7FD636ADE41}"/>
              </a:ext>
            </a:extLst>
          </p:cNvPr>
          <p:cNvSpPr txBox="1"/>
          <p:nvPr/>
        </p:nvSpPr>
        <p:spPr>
          <a:xfrm>
            <a:off x="1676400" y="432594"/>
            <a:ext cx="76755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이번 학기 일정들</a:t>
            </a:r>
            <a:r>
              <a:rPr lang="en-US" altLang="ko-KR" sz="8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..</a:t>
            </a:r>
            <a:endParaRPr lang="ko-KR" altLang="en-US" sz="8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424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가시 광선 스펙트럼, 적외선 및 자외선. 빛의 파장. 인간의 눈에 대한 전자기 가시 색상 스펙트럼. 그라데이션 다이어그램. 흰색 배경에  교육 벡터 일러스트입니다. 로열티 무료 사진, 그림, 이미지 그리고 스톡포토그래피. Image 186356533">
            <a:extLst>
              <a:ext uri="{FF2B5EF4-FFF2-40B4-BE49-F238E27FC236}">
                <a16:creationId xmlns:a16="http://schemas.microsoft.com/office/drawing/2014/main" id="{19BB9CE1-00D4-4B40-912A-B6D94B734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811" y="2618859"/>
            <a:ext cx="19141902" cy="736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25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5-b 파장에 따른 빛의 특성 - Homo science">
            <a:extLst>
              <a:ext uri="{FF2B5EF4-FFF2-40B4-BE49-F238E27FC236}">
                <a16:creationId xmlns:a16="http://schemas.microsoft.com/office/drawing/2014/main" id="{0DE4C95B-51EC-47C3-A3D3-D9D8E58B2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931" y="1834918"/>
            <a:ext cx="18719794" cy="835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가시 광선 스펙트럼, 적외선 및 자외선. 빛의 파장. 인간의 눈에 대한 전자기 가시 색상 스펙트럼. 그라데이션 다이어그램. 흰색 배경에  교육 벡터 일러스트입니다. 로열티 무료 사진, 그림, 이미지 그리고 스톡포토그래피. Image 186356533">
            <a:extLst>
              <a:ext uri="{FF2B5EF4-FFF2-40B4-BE49-F238E27FC236}">
                <a16:creationId xmlns:a16="http://schemas.microsoft.com/office/drawing/2014/main" id="{6F08CB03-EF99-46CA-8B63-4BF85E7C1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933" y="3937650"/>
            <a:ext cx="18719794" cy="701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AA2C1C7-C4B4-44CA-AC7C-6BD50104BDF5}"/>
              </a:ext>
            </a:extLst>
          </p:cNvPr>
          <p:cNvCxnSpPr>
            <a:cxnSpLocks/>
          </p:cNvCxnSpPr>
          <p:nvPr/>
        </p:nvCxnSpPr>
        <p:spPr>
          <a:xfrm flipH="1">
            <a:off x="3723205" y="3468716"/>
            <a:ext cx="7511973" cy="20707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543EC51-EDB0-41CA-9D83-1CB07505FECA}"/>
              </a:ext>
            </a:extLst>
          </p:cNvPr>
          <p:cNvCxnSpPr>
            <a:cxnSpLocks/>
          </p:cNvCxnSpPr>
          <p:nvPr/>
        </p:nvCxnSpPr>
        <p:spPr>
          <a:xfrm>
            <a:off x="13369739" y="3468716"/>
            <a:ext cx="4644192" cy="20707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6917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327985FA-C738-4627-8581-E99651727E7B}"/>
              </a:ext>
            </a:extLst>
          </p:cNvPr>
          <p:cNvGrpSpPr/>
          <p:nvPr/>
        </p:nvGrpSpPr>
        <p:grpSpPr>
          <a:xfrm>
            <a:off x="4459646" y="4699794"/>
            <a:ext cx="12680231" cy="6173061"/>
            <a:chOff x="1700931" y="1834918"/>
            <a:chExt cx="18719796" cy="9113276"/>
          </a:xfrm>
        </p:grpSpPr>
        <p:pic>
          <p:nvPicPr>
            <p:cNvPr id="2" name="Picture 2" descr="5-b 파장에 따른 빛의 특성 - Homo science">
              <a:extLst>
                <a:ext uri="{FF2B5EF4-FFF2-40B4-BE49-F238E27FC236}">
                  <a16:creationId xmlns:a16="http://schemas.microsoft.com/office/drawing/2014/main" id="{0DE4C95B-51EC-47C3-A3D3-D9D8E58B2F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0931" y="1834918"/>
              <a:ext cx="18719794" cy="8358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가시 광선 스펙트럼, 적외선 및 자외선. 빛의 파장. 인간의 눈에 대한 전자기 가시 색상 스펙트럼. 그라데이션 다이어그램. 흰색 배경에  교육 벡터 일러스트입니다. 로열티 무료 사진, 그림, 이미지 그리고 스톡포토그래피. Image 186356533">
              <a:extLst>
                <a:ext uri="{FF2B5EF4-FFF2-40B4-BE49-F238E27FC236}">
                  <a16:creationId xmlns:a16="http://schemas.microsoft.com/office/drawing/2014/main" id="{6F08CB03-EF99-46CA-8B63-4BF85E7C14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0933" y="3937650"/>
              <a:ext cx="18719794" cy="7010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CAA2C1C7-C4B4-44CA-AC7C-6BD50104B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3205" y="3468716"/>
              <a:ext cx="7511973" cy="207070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F543EC51-EDB0-41CA-9D83-1CB07505FECA}"/>
                </a:ext>
              </a:extLst>
            </p:cNvPr>
            <p:cNvCxnSpPr>
              <a:cxnSpLocks/>
            </p:cNvCxnSpPr>
            <p:nvPr/>
          </p:nvCxnSpPr>
          <p:spPr>
            <a:xfrm>
              <a:off x="13369739" y="3468716"/>
              <a:ext cx="4644192" cy="207070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53BEC08-CB26-4A91-9223-849BE95B5DB0}"/>
              </a:ext>
            </a:extLst>
          </p:cNvPr>
          <p:cNvSpPr txBox="1"/>
          <p:nvPr/>
        </p:nvSpPr>
        <p:spPr>
          <a:xfrm>
            <a:off x="5080676" y="1330407"/>
            <a:ext cx="114381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‘</a:t>
            </a:r>
            <a:r>
              <a:rPr lang="ko-KR" altLang="en-US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빛은 세상을 바라보는 렌즈</a:t>
            </a:r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’</a:t>
            </a:r>
            <a:endParaRPr lang="ko-KR" altLang="en-US" sz="8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638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F13B5A5C-3CDB-4E6F-8A8B-6826E9605A40}"/>
              </a:ext>
            </a:extLst>
          </p:cNvPr>
          <p:cNvGrpSpPr/>
          <p:nvPr/>
        </p:nvGrpSpPr>
        <p:grpSpPr>
          <a:xfrm>
            <a:off x="6380162" y="2185194"/>
            <a:ext cx="9307293" cy="7666609"/>
            <a:chOff x="5943600" y="3281585"/>
            <a:chExt cx="6780952" cy="558561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DAABB080-81F4-4008-9158-894F61001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0" y="4229100"/>
              <a:ext cx="6780952" cy="463809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3FBC90B-4C4D-4C50-A5D1-B5EE65A56EAA}"/>
                </a:ext>
              </a:extLst>
            </p:cNvPr>
            <p:cNvSpPr txBox="1"/>
            <p:nvPr/>
          </p:nvSpPr>
          <p:spPr>
            <a:xfrm>
              <a:off x="7239000" y="3281585"/>
              <a:ext cx="4343400" cy="739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rPr>
                <a:t>가시광선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97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F041D5A-A537-4066-BC01-DB7BEED341BB}"/>
              </a:ext>
            </a:extLst>
          </p:cNvPr>
          <p:cNvGrpSpPr/>
          <p:nvPr/>
        </p:nvGrpSpPr>
        <p:grpSpPr>
          <a:xfrm>
            <a:off x="5106117" y="1917206"/>
            <a:ext cx="11387290" cy="8765576"/>
            <a:chOff x="5282755" y="2819669"/>
            <a:chExt cx="6809524" cy="524175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FEAC69F-9CA1-40EE-9470-00FFC7E47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2755" y="3499519"/>
              <a:ext cx="6809524" cy="456190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354D6F-C3AD-484D-90D5-087ACA367C6C}"/>
                </a:ext>
              </a:extLst>
            </p:cNvPr>
            <p:cNvSpPr txBox="1"/>
            <p:nvPr/>
          </p:nvSpPr>
          <p:spPr>
            <a:xfrm>
              <a:off x="6586516" y="2819669"/>
              <a:ext cx="4343400" cy="662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6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rPr>
                <a:t>적외선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123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ew view of the Pillars of Creation — visible">
            <a:extLst>
              <a:ext uri="{FF2B5EF4-FFF2-40B4-BE49-F238E27FC236}">
                <a16:creationId xmlns:a16="http://schemas.microsoft.com/office/drawing/2014/main" id="{05E5A777-115C-4D3E-94D5-A050365E6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762" y="1880394"/>
            <a:ext cx="9906000" cy="1033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2CD300-30D3-4AE0-B336-39372EB82FF3}"/>
              </a:ext>
            </a:extLst>
          </p:cNvPr>
          <p:cNvSpPr txBox="1"/>
          <p:nvPr/>
        </p:nvSpPr>
        <p:spPr>
          <a:xfrm>
            <a:off x="7599362" y="864731"/>
            <a:ext cx="5961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가시광선</a:t>
            </a:r>
          </a:p>
        </p:txBody>
      </p:sp>
    </p:spTree>
    <p:extLst>
      <p:ext uri="{BB962C8B-B14F-4D97-AF65-F5344CB8AC3E}">
        <p14:creationId xmlns:p14="http://schemas.microsoft.com/office/powerpoint/2010/main" val="3609661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ew view of the Pillars of Creation — infrared">
            <a:extLst>
              <a:ext uri="{FF2B5EF4-FFF2-40B4-BE49-F238E27FC236}">
                <a16:creationId xmlns:a16="http://schemas.microsoft.com/office/drawing/2014/main" id="{F0F93EFB-AEDC-4262-A55E-991D16C4B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87" y="1804194"/>
            <a:ext cx="10953750" cy="1026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D14D66-A156-429E-BD5E-4515753D4973}"/>
              </a:ext>
            </a:extLst>
          </p:cNvPr>
          <p:cNvSpPr txBox="1"/>
          <p:nvPr/>
        </p:nvSpPr>
        <p:spPr>
          <a:xfrm>
            <a:off x="7286343" y="525009"/>
            <a:ext cx="72632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적외선</a:t>
            </a:r>
          </a:p>
        </p:txBody>
      </p:sp>
    </p:spTree>
    <p:extLst>
      <p:ext uri="{BB962C8B-B14F-4D97-AF65-F5344CB8AC3E}">
        <p14:creationId xmlns:p14="http://schemas.microsoft.com/office/powerpoint/2010/main" val="2607728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E4281E-EB86-4A97-BFF7-B0482F127471}"/>
              </a:ext>
            </a:extLst>
          </p:cNvPr>
          <p:cNvSpPr txBox="1"/>
          <p:nvPr/>
        </p:nvSpPr>
        <p:spPr>
          <a:xfrm>
            <a:off x="6839849" y="361169"/>
            <a:ext cx="7919826" cy="1546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449" b="1" dirty="0">
                <a:solidFill>
                  <a:schemeClr val="bg1"/>
                </a:solidFill>
                <a:latin typeface="학교안심 가을소풍 L" panose="02000303000000000000" pitchFamily="50" charset="-127"/>
                <a:ea typeface="학교안심 가을소풍 L" panose="02000303000000000000" pitchFamily="50" charset="-127"/>
              </a:rPr>
              <a:t>스펙트럼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FF6291F-6037-D267-FDA7-424FD5253E69}"/>
              </a:ext>
            </a:extLst>
          </p:cNvPr>
          <p:cNvGrpSpPr/>
          <p:nvPr/>
        </p:nvGrpSpPr>
        <p:grpSpPr>
          <a:xfrm>
            <a:off x="809982" y="10259906"/>
            <a:ext cx="20429551" cy="2071868"/>
            <a:chOff x="533400" y="7460450"/>
            <a:chExt cx="17550593" cy="178313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01B17D2-ABF4-B0EB-31FC-8A11D85A61B0}"/>
                </a:ext>
              </a:extLst>
            </p:cNvPr>
            <p:cNvGrpSpPr/>
            <p:nvPr/>
          </p:nvGrpSpPr>
          <p:grpSpPr>
            <a:xfrm>
              <a:off x="533400" y="7460450"/>
              <a:ext cx="17550593" cy="1783130"/>
              <a:chOff x="4572000" y="7460450"/>
              <a:chExt cx="9981380" cy="1783130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3A4A5D4-C602-0847-FB71-29E1EA631F2B}"/>
                  </a:ext>
                </a:extLst>
              </p:cNvPr>
              <p:cNvSpPr/>
              <p:nvPr/>
            </p:nvSpPr>
            <p:spPr>
              <a:xfrm>
                <a:off x="4572000" y="7738301"/>
                <a:ext cx="9981379" cy="150527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68"/>
              </a:p>
            </p:txBody>
          </p:sp>
          <p:sp>
            <p:nvSpPr>
              <p:cNvPr id="10" name="사다리꼴 9">
                <a:extLst>
                  <a:ext uri="{FF2B5EF4-FFF2-40B4-BE49-F238E27FC236}">
                    <a16:creationId xmlns:a16="http://schemas.microsoft.com/office/drawing/2014/main" id="{E0103B39-53DA-E787-74E3-29D8CC37E7BC}"/>
                  </a:ext>
                </a:extLst>
              </p:cNvPr>
              <p:cNvSpPr/>
              <p:nvPr/>
            </p:nvSpPr>
            <p:spPr>
              <a:xfrm>
                <a:off x="4572000" y="7460450"/>
                <a:ext cx="9981380" cy="114298"/>
              </a:xfrm>
              <a:prstGeom prst="trapezoid">
                <a:avLst>
                  <a:gd name="adj" fmla="val 149692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68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DDC9B1-4331-16B3-DFE5-5E053E8E06BB}"/>
                </a:ext>
              </a:extLst>
            </p:cNvPr>
            <p:cNvSpPr txBox="1"/>
            <p:nvPr/>
          </p:nvSpPr>
          <p:spPr>
            <a:xfrm>
              <a:off x="1447800" y="7686690"/>
              <a:ext cx="16452671" cy="120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latinLnBrk="1"/>
              <a:r>
                <a:rPr lang="ko-KR" altLang="en-US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스펙트럼이란</a:t>
              </a:r>
              <a:r>
                <a:rPr lang="en-US" altLang="ko-KR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, </a:t>
              </a:r>
              <a:r>
                <a:rPr lang="ko-KR" altLang="en-US" sz="4252" dirty="0">
                  <a:solidFill>
                    <a:schemeClr val="accent6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파장</a:t>
              </a:r>
              <a:r>
                <a:rPr lang="ko-KR" altLang="en-US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에 따라 나누어진 </a:t>
              </a:r>
              <a:r>
                <a:rPr lang="ko-KR" altLang="en-US" sz="4252" dirty="0">
                  <a:solidFill>
                    <a:schemeClr val="accent6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빛의 띠</a:t>
              </a:r>
              <a:r>
                <a:rPr lang="ko-KR" altLang="en-US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를 말한다</a:t>
              </a:r>
              <a:r>
                <a:rPr lang="en-US" altLang="ko-KR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. </a:t>
              </a:r>
              <a:r>
                <a:rPr lang="ko-KR" altLang="en-US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일반적으로 </a:t>
              </a:r>
              <a:r>
                <a:rPr lang="ko-KR" altLang="en-US" sz="4252" dirty="0">
                  <a:highlight>
                    <a:srgbClr val="FFFF00"/>
                  </a:highlight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연속 스펙트럼</a:t>
              </a:r>
              <a:r>
                <a:rPr lang="en-US" altLang="ko-KR" sz="4252" dirty="0">
                  <a:highlight>
                    <a:srgbClr val="FFFF00"/>
                  </a:highlight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, </a:t>
              </a:r>
              <a:r>
                <a:rPr lang="ko-KR" altLang="en-US" sz="4252" dirty="0">
                  <a:highlight>
                    <a:srgbClr val="FFFF00"/>
                  </a:highlight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흡수 스펙트럼</a:t>
              </a:r>
              <a:r>
                <a:rPr lang="en-US" altLang="ko-KR" sz="4252" dirty="0">
                  <a:highlight>
                    <a:srgbClr val="FFFF00"/>
                  </a:highlight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, </a:t>
              </a:r>
              <a:r>
                <a:rPr lang="ko-KR" altLang="en-US" sz="4252" dirty="0">
                  <a:highlight>
                    <a:srgbClr val="FFFF00"/>
                  </a:highlight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방출 스펙트럼</a:t>
              </a:r>
              <a:r>
                <a:rPr lang="ko-KR" altLang="en-US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으로 구분한다</a:t>
              </a:r>
              <a:r>
                <a:rPr lang="en-US" altLang="ko-KR" sz="4252" dirty="0">
                  <a:solidFill>
                    <a:schemeClr val="bg1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.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70E355E-8217-6396-7B4B-1E94A7C78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5747" y="7784005"/>
              <a:ext cx="495300" cy="495300"/>
            </a:xfrm>
            <a:prstGeom prst="rect">
              <a:avLst/>
            </a:prstGeom>
          </p:spPr>
        </p:pic>
      </p:grpSp>
      <p:pic>
        <p:nvPicPr>
          <p:cNvPr id="11" name="Picture 4" descr="주말N수학] 누리호에 실릴 초분광 카메라, 몰랐던 지구정보 밝힌다 : 동아사이언스">
            <a:extLst>
              <a:ext uri="{FF2B5EF4-FFF2-40B4-BE49-F238E27FC236}">
                <a16:creationId xmlns:a16="http://schemas.microsoft.com/office/drawing/2014/main" id="{661891ED-47A5-F619-0CFF-D1602C7D4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895" y="1924252"/>
            <a:ext cx="12059735" cy="80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048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0 뉴턴과 중력의 사과 : 네이버 블로그">
            <a:extLst>
              <a:ext uri="{FF2B5EF4-FFF2-40B4-BE49-F238E27FC236}">
                <a16:creationId xmlns:a16="http://schemas.microsoft.com/office/drawing/2014/main" id="{1B4A9CEC-A784-40FD-A950-B2CF8CC73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562" y="5023748"/>
            <a:ext cx="13106400" cy="736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631CCE-8F7F-433D-8310-0E13994FB7EB}"/>
              </a:ext>
            </a:extLst>
          </p:cNvPr>
          <p:cNvSpPr txBox="1"/>
          <p:nvPr/>
        </p:nvSpPr>
        <p:spPr>
          <a:xfrm>
            <a:off x="5166309" y="3709194"/>
            <a:ext cx="112669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‘</a:t>
            </a:r>
            <a:r>
              <a:rPr lang="ko-KR" altLang="en-US" sz="6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달은 안 떨어지는 것이 맞을까</a:t>
            </a:r>
            <a:r>
              <a:rPr lang="en-US" altLang="ko-KR" sz="6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?’</a:t>
            </a:r>
            <a:endParaRPr lang="ko-KR" altLang="en-US" sz="66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1036A-2F74-4238-B174-100524F695DD}"/>
              </a:ext>
            </a:extLst>
          </p:cNvPr>
          <p:cNvSpPr txBox="1"/>
          <p:nvPr/>
        </p:nvSpPr>
        <p:spPr>
          <a:xfrm>
            <a:off x="284162" y="4021"/>
            <a:ext cx="1126690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중력에 대하여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…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36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926DED3-BC9B-4C71-8270-F96F49465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362" y="3822857"/>
            <a:ext cx="6387912" cy="6387911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8EC8FD4C-E2E6-4447-ACC0-EAB5FAEF6EE4}"/>
              </a:ext>
            </a:extLst>
          </p:cNvPr>
          <p:cNvGrpSpPr/>
          <p:nvPr/>
        </p:nvGrpSpPr>
        <p:grpSpPr>
          <a:xfrm>
            <a:off x="5934358" y="2504012"/>
            <a:ext cx="662616" cy="1488248"/>
            <a:chOff x="5513018" y="2504012"/>
            <a:chExt cx="662616" cy="1488248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87735E30-05B7-4202-BC09-FD8398D33800}"/>
                </a:ext>
              </a:extLst>
            </p:cNvPr>
            <p:cNvSpPr/>
            <p:nvPr/>
          </p:nvSpPr>
          <p:spPr>
            <a:xfrm>
              <a:off x="5634170" y="2504012"/>
              <a:ext cx="434161" cy="349939"/>
            </a:xfrm>
            <a:custGeom>
              <a:avLst/>
              <a:gdLst>
                <a:gd name="connsiteX0" fmla="*/ 265731 w 850947"/>
                <a:gd name="connsiteY0" fmla="*/ 36576 h 685872"/>
                <a:gd name="connsiteX1" fmla="*/ 146859 w 850947"/>
                <a:gd name="connsiteY1" fmla="*/ 54864 h 685872"/>
                <a:gd name="connsiteX2" fmla="*/ 18843 w 850947"/>
                <a:gd name="connsiteY2" fmla="*/ 237744 h 685872"/>
                <a:gd name="connsiteX3" fmla="*/ 555 w 850947"/>
                <a:gd name="connsiteY3" fmla="*/ 320040 h 685872"/>
                <a:gd name="connsiteX4" fmla="*/ 91995 w 850947"/>
                <a:gd name="connsiteY4" fmla="*/ 566928 h 685872"/>
                <a:gd name="connsiteX5" fmla="*/ 137715 w 850947"/>
                <a:gd name="connsiteY5" fmla="*/ 621792 h 685872"/>
                <a:gd name="connsiteX6" fmla="*/ 174291 w 850947"/>
                <a:gd name="connsiteY6" fmla="*/ 630936 h 685872"/>
                <a:gd name="connsiteX7" fmla="*/ 238299 w 850947"/>
                <a:gd name="connsiteY7" fmla="*/ 676656 h 685872"/>
                <a:gd name="connsiteX8" fmla="*/ 293163 w 850947"/>
                <a:gd name="connsiteY8" fmla="*/ 685800 h 685872"/>
                <a:gd name="connsiteX9" fmla="*/ 585771 w 850947"/>
                <a:gd name="connsiteY9" fmla="*/ 667512 h 685872"/>
                <a:gd name="connsiteX10" fmla="*/ 613203 w 850947"/>
                <a:gd name="connsiteY10" fmla="*/ 649224 h 685872"/>
                <a:gd name="connsiteX11" fmla="*/ 695499 w 850947"/>
                <a:gd name="connsiteY11" fmla="*/ 585216 h 685872"/>
                <a:gd name="connsiteX12" fmla="*/ 814371 w 850947"/>
                <a:gd name="connsiteY12" fmla="*/ 484632 h 685872"/>
                <a:gd name="connsiteX13" fmla="*/ 850947 w 850947"/>
                <a:gd name="connsiteY13" fmla="*/ 402336 h 685872"/>
                <a:gd name="connsiteX14" fmla="*/ 814371 w 850947"/>
                <a:gd name="connsiteY14" fmla="*/ 219456 h 685872"/>
                <a:gd name="connsiteX15" fmla="*/ 759507 w 850947"/>
                <a:gd name="connsiteY15" fmla="*/ 182880 h 685872"/>
                <a:gd name="connsiteX16" fmla="*/ 704643 w 850947"/>
                <a:gd name="connsiteY16" fmla="*/ 109728 h 685872"/>
                <a:gd name="connsiteX17" fmla="*/ 649779 w 850947"/>
                <a:gd name="connsiteY17" fmla="*/ 91440 h 685872"/>
                <a:gd name="connsiteX18" fmla="*/ 558339 w 850947"/>
                <a:gd name="connsiteY18" fmla="*/ 36576 h 685872"/>
                <a:gd name="connsiteX19" fmla="*/ 530907 w 850947"/>
                <a:gd name="connsiteY19" fmla="*/ 27432 h 685872"/>
                <a:gd name="connsiteX20" fmla="*/ 476043 w 850947"/>
                <a:gd name="connsiteY20" fmla="*/ 0 h 685872"/>
                <a:gd name="connsiteX21" fmla="*/ 265731 w 850947"/>
                <a:gd name="connsiteY21" fmla="*/ 36576 h 685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50947" h="685872">
                  <a:moveTo>
                    <a:pt x="265731" y="36576"/>
                  </a:moveTo>
                  <a:cubicBezTo>
                    <a:pt x="210867" y="45720"/>
                    <a:pt x="187350" y="12532"/>
                    <a:pt x="146859" y="54864"/>
                  </a:cubicBezTo>
                  <a:cubicBezTo>
                    <a:pt x="95424" y="108637"/>
                    <a:pt x="18843" y="237744"/>
                    <a:pt x="18843" y="237744"/>
                  </a:cubicBezTo>
                  <a:cubicBezTo>
                    <a:pt x="12747" y="265176"/>
                    <a:pt x="-3159" y="292185"/>
                    <a:pt x="555" y="320040"/>
                  </a:cubicBezTo>
                  <a:cubicBezTo>
                    <a:pt x="15936" y="435401"/>
                    <a:pt x="33523" y="488965"/>
                    <a:pt x="91995" y="566928"/>
                  </a:cubicBezTo>
                  <a:cubicBezTo>
                    <a:pt x="106278" y="585973"/>
                    <a:pt x="118924" y="607177"/>
                    <a:pt x="137715" y="621792"/>
                  </a:cubicBezTo>
                  <a:cubicBezTo>
                    <a:pt x="147635" y="629508"/>
                    <a:pt x="162099" y="627888"/>
                    <a:pt x="174291" y="630936"/>
                  </a:cubicBezTo>
                  <a:cubicBezTo>
                    <a:pt x="195627" y="646176"/>
                    <a:pt x="214492" y="665668"/>
                    <a:pt x="238299" y="676656"/>
                  </a:cubicBezTo>
                  <a:cubicBezTo>
                    <a:pt x="255133" y="684425"/>
                    <a:pt x="274629" y="686288"/>
                    <a:pt x="293163" y="685800"/>
                  </a:cubicBezTo>
                  <a:cubicBezTo>
                    <a:pt x="390855" y="683229"/>
                    <a:pt x="488235" y="673608"/>
                    <a:pt x="585771" y="667512"/>
                  </a:cubicBezTo>
                  <a:cubicBezTo>
                    <a:pt x="594915" y="661416"/>
                    <a:pt x="604411" y="655818"/>
                    <a:pt x="613203" y="649224"/>
                  </a:cubicBezTo>
                  <a:cubicBezTo>
                    <a:pt x="641005" y="628372"/>
                    <a:pt x="667107" y="605257"/>
                    <a:pt x="695499" y="585216"/>
                  </a:cubicBezTo>
                  <a:cubicBezTo>
                    <a:pt x="759072" y="540341"/>
                    <a:pt x="774885" y="550441"/>
                    <a:pt x="814371" y="484632"/>
                  </a:cubicBezTo>
                  <a:cubicBezTo>
                    <a:pt x="829816" y="458891"/>
                    <a:pt x="838755" y="429768"/>
                    <a:pt x="850947" y="402336"/>
                  </a:cubicBezTo>
                  <a:cubicBezTo>
                    <a:pt x="846982" y="350787"/>
                    <a:pt x="853393" y="267150"/>
                    <a:pt x="814371" y="219456"/>
                  </a:cubicBezTo>
                  <a:cubicBezTo>
                    <a:pt x="800453" y="202445"/>
                    <a:pt x="777795" y="195072"/>
                    <a:pt x="759507" y="182880"/>
                  </a:cubicBezTo>
                  <a:cubicBezTo>
                    <a:pt x="747411" y="162720"/>
                    <a:pt x="728643" y="123061"/>
                    <a:pt x="704643" y="109728"/>
                  </a:cubicBezTo>
                  <a:cubicBezTo>
                    <a:pt x="687792" y="100366"/>
                    <a:pt x="666309" y="101358"/>
                    <a:pt x="649779" y="91440"/>
                  </a:cubicBezTo>
                  <a:cubicBezTo>
                    <a:pt x="619299" y="73152"/>
                    <a:pt x="592060" y="47816"/>
                    <a:pt x="558339" y="36576"/>
                  </a:cubicBezTo>
                  <a:cubicBezTo>
                    <a:pt x="549195" y="33528"/>
                    <a:pt x="539528" y="31743"/>
                    <a:pt x="530907" y="27432"/>
                  </a:cubicBezTo>
                  <a:cubicBezTo>
                    <a:pt x="460003" y="-8020"/>
                    <a:pt x="544994" y="22984"/>
                    <a:pt x="476043" y="0"/>
                  </a:cubicBezTo>
                  <a:cubicBezTo>
                    <a:pt x="266263" y="9535"/>
                    <a:pt x="320595" y="27432"/>
                    <a:pt x="265731" y="36576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6FDB0F66-4BED-4959-9AE7-A91755B7C1D9}"/>
                </a:ext>
              </a:extLst>
            </p:cNvPr>
            <p:cNvSpPr/>
            <p:nvPr/>
          </p:nvSpPr>
          <p:spPr>
            <a:xfrm>
              <a:off x="5829756" y="2872575"/>
              <a:ext cx="23969" cy="709134"/>
            </a:xfrm>
            <a:custGeom>
              <a:avLst/>
              <a:gdLst>
                <a:gd name="connsiteX0" fmla="*/ 46979 w 46979"/>
                <a:gd name="connsiteY0" fmla="*/ 0 h 1389888"/>
                <a:gd name="connsiteX1" fmla="*/ 37835 w 46979"/>
                <a:gd name="connsiteY1" fmla="*/ 228600 h 1389888"/>
                <a:gd name="connsiteX2" fmla="*/ 19547 w 46979"/>
                <a:gd name="connsiteY2" fmla="*/ 283464 h 1389888"/>
                <a:gd name="connsiteX3" fmla="*/ 1259 w 46979"/>
                <a:gd name="connsiteY3" fmla="*/ 420624 h 1389888"/>
                <a:gd name="connsiteX4" fmla="*/ 1259 w 46979"/>
                <a:gd name="connsiteY4" fmla="*/ 1389888 h 138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79" h="1389888">
                  <a:moveTo>
                    <a:pt x="46979" y="0"/>
                  </a:moveTo>
                  <a:cubicBezTo>
                    <a:pt x="43931" y="76200"/>
                    <a:pt x="45181" y="152694"/>
                    <a:pt x="37835" y="228600"/>
                  </a:cubicBezTo>
                  <a:cubicBezTo>
                    <a:pt x="35978" y="247788"/>
                    <a:pt x="23882" y="264680"/>
                    <a:pt x="19547" y="283464"/>
                  </a:cubicBezTo>
                  <a:cubicBezTo>
                    <a:pt x="17252" y="293407"/>
                    <a:pt x="1304" y="415466"/>
                    <a:pt x="1259" y="420624"/>
                  </a:cubicBezTo>
                  <a:cubicBezTo>
                    <a:pt x="-1575" y="743700"/>
                    <a:pt x="1259" y="1066800"/>
                    <a:pt x="1259" y="138988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1D31F0B2-C1A2-4B74-94F4-F2BCE24DEF09}"/>
                </a:ext>
              </a:extLst>
            </p:cNvPr>
            <p:cNvSpPr/>
            <p:nvPr/>
          </p:nvSpPr>
          <p:spPr>
            <a:xfrm>
              <a:off x="5611127" y="3567714"/>
              <a:ext cx="209941" cy="401221"/>
            </a:xfrm>
            <a:custGeom>
              <a:avLst/>
              <a:gdLst>
                <a:gd name="connsiteX0" fmla="*/ 411480 w 411480"/>
                <a:gd name="connsiteY0" fmla="*/ 0 h 786384"/>
                <a:gd name="connsiteX1" fmla="*/ 301752 w 411480"/>
                <a:gd name="connsiteY1" fmla="*/ 155448 h 786384"/>
                <a:gd name="connsiteX2" fmla="*/ 210312 w 411480"/>
                <a:gd name="connsiteY2" fmla="*/ 292608 h 786384"/>
                <a:gd name="connsiteX3" fmla="*/ 137160 w 411480"/>
                <a:gd name="connsiteY3" fmla="*/ 384048 h 786384"/>
                <a:gd name="connsiteX4" fmla="*/ 91440 w 411480"/>
                <a:gd name="connsiteY4" fmla="*/ 484632 h 786384"/>
                <a:gd name="connsiteX5" fmla="*/ 27432 w 411480"/>
                <a:gd name="connsiteY5" fmla="*/ 603504 h 786384"/>
                <a:gd name="connsiteX6" fmla="*/ 0 w 411480"/>
                <a:gd name="connsiteY6" fmla="*/ 685800 h 786384"/>
                <a:gd name="connsiteX7" fmla="*/ 0 w 411480"/>
                <a:gd name="connsiteY7" fmla="*/ 786384 h 786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1480" h="786384">
                  <a:moveTo>
                    <a:pt x="411480" y="0"/>
                  </a:moveTo>
                  <a:cubicBezTo>
                    <a:pt x="347619" y="106434"/>
                    <a:pt x="427912" y="-23831"/>
                    <a:pt x="301752" y="155448"/>
                  </a:cubicBezTo>
                  <a:cubicBezTo>
                    <a:pt x="270129" y="200385"/>
                    <a:pt x="242419" y="248015"/>
                    <a:pt x="210312" y="292608"/>
                  </a:cubicBezTo>
                  <a:cubicBezTo>
                    <a:pt x="187505" y="324285"/>
                    <a:pt x="157705" y="350859"/>
                    <a:pt x="137160" y="384048"/>
                  </a:cubicBezTo>
                  <a:cubicBezTo>
                    <a:pt x="117775" y="415363"/>
                    <a:pt x="108593" y="452041"/>
                    <a:pt x="91440" y="484632"/>
                  </a:cubicBezTo>
                  <a:cubicBezTo>
                    <a:pt x="35796" y="590355"/>
                    <a:pt x="57098" y="520439"/>
                    <a:pt x="27432" y="603504"/>
                  </a:cubicBezTo>
                  <a:cubicBezTo>
                    <a:pt x="17707" y="630735"/>
                    <a:pt x="0" y="656884"/>
                    <a:pt x="0" y="685800"/>
                  </a:cubicBezTo>
                  <a:lnTo>
                    <a:pt x="0" y="786384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B0CA6F29-9CB2-4A98-9A1E-7E532D520701}"/>
                </a:ext>
              </a:extLst>
            </p:cNvPr>
            <p:cNvSpPr/>
            <p:nvPr/>
          </p:nvSpPr>
          <p:spPr>
            <a:xfrm>
              <a:off x="5807072" y="3586375"/>
              <a:ext cx="279922" cy="405885"/>
            </a:xfrm>
            <a:custGeom>
              <a:avLst/>
              <a:gdLst>
                <a:gd name="connsiteX0" fmla="*/ 0 w 548640"/>
                <a:gd name="connsiteY0" fmla="*/ 0 h 795528"/>
                <a:gd name="connsiteX1" fmla="*/ 100584 w 548640"/>
                <a:gd name="connsiteY1" fmla="*/ 64008 h 795528"/>
                <a:gd name="connsiteX2" fmla="*/ 210312 w 548640"/>
                <a:gd name="connsiteY2" fmla="*/ 237744 h 795528"/>
                <a:gd name="connsiteX3" fmla="*/ 329184 w 548640"/>
                <a:gd name="connsiteY3" fmla="*/ 448056 h 795528"/>
                <a:gd name="connsiteX4" fmla="*/ 393192 w 548640"/>
                <a:gd name="connsiteY4" fmla="*/ 548640 h 795528"/>
                <a:gd name="connsiteX5" fmla="*/ 502920 w 548640"/>
                <a:gd name="connsiteY5" fmla="*/ 740664 h 795528"/>
                <a:gd name="connsiteX6" fmla="*/ 548640 w 548640"/>
                <a:gd name="connsiteY6" fmla="*/ 795528 h 795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8640" h="795528">
                  <a:moveTo>
                    <a:pt x="0" y="0"/>
                  </a:moveTo>
                  <a:cubicBezTo>
                    <a:pt x="33528" y="21336"/>
                    <a:pt x="74253" y="34242"/>
                    <a:pt x="100584" y="64008"/>
                  </a:cubicBezTo>
                  <a:cubicBezTo>
                    <a:pt x="145967" y="115311"/>
                    <a:pt x="175278" y="178886"/>
                    <a:pt x="210312" y="237744"/>
                  </a:cubicBezTo>
                  <a:cubicBezTo>
                    <a:pt x="251500" y="306940"/>
                    <a:pt x="288355" y="378647"/>
                    <a:pt x="329184" y="448056"/>
                  </a:cubicBezTo>
                  <a:cubicBezTo>
                    <a:pt x="349334" y="482310"/>
                    <a:pt x="373892" y="513900"/>
                    <a:pt x="393192" y="548640"/>
                  </a:cubicBezTo>
                  <a:cubicBezTo>
                    <a:pt x="457034" y="663556"/>
                    <a:pt x="372172" y="583766"/>
                    <a:pt x="502920" y="740664"/>
                  </a:cubicBezTo>
                  <a:lnTo>
                    <a:pt x="548640" y="795528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8A766545-EE3A-45FF-90E8-C49F3735B6CE}"/>
                </a:ext>
              </a:extLst>
            </p:cNvPr>
            <p:cNvSpPr/>
            <p:nvPr/>
          </p:nvSpPr>
          <p:spPr>
            <a:xfrm>
              <a:off x="5513018" y="3073185"/>
              <a:ext cx="317380" cy="307913"/>
            </a:xfrm>
            <a:custGeom>
              <a:avLst/>
              <a:gdLst>
                <a:gd name="connsiteX0" fmla="*/ 622057 w 622057"/>
                <a:gd name="connsiteY0" fmla="*/ 0 h 603504"/>
                <a:gd name="connsiteX1" fmla="*/ 576337 w 622057"/>
                <a:gd name="connsiteY1" fmla="*/ 45720 h 603504"/>
                <a:gd name="connsiteX2" fmla="*/ 457465 w 622057"/>
                <a:gd name="connsiteY2" fmla="*/ 73152 h 603504"/>
                <a:gd name="connsiteX3" fmla="*/ 375169 w 622057"/>
                <a:gd name="connsiteY3" fmla="*/ 100584 h 603504"/>
                <a:gd name="connsiteX4" fmla="*/ 329449 w 622057"/>
                <a:gd name="connsiteY4" fmla="*/ 137160 h 603504"/>
                <a:gd name="connsiteX5" fmla="*/ 265441 w 622057"/>
                <a:gd name="connsiteY5" fmla="*/ 173736 h 603504"/>
                <a:gd name="connsiteX6" fmla="*/ 247153 w 622057"/>
                <a:gd name="connsiteY6" fmla="*/ 201168 h 603504"/>
                <a:gd name="connsiteX7" fmla="*/ 210577 w 622057"/>
                <a:gd name="connsiteY7" fmla="*/ 246888 h 603504"/>
                <a:gd name="connsiteX8" fmla="*/ 192289 w 622057"/>
                <a:gd name="connsiteY8" fmla="*/ 283464 h 603504"/>
                <a:gd name="connsiteX9" fmla="*/ 146569 w 622057"/>
                <a:gd name="connsiteY9" fmla="*/ 320040 h 603504"/>
                <a:gd name="connsiteX10" fmla="*/ 55129 w 622057"/>
                <a:gd name="connsiteY10" fmla="*/ 457200 h 603504"/>
                <a:gd name="connsiteX11" fmla="*/ 27697 w 622057"/>
                <a:gd name="connsiteY11" fmla="*/ 502920 h 603504"/>
                <a:gd name="connsiteX12" fmla="*/ 265 w 622057"/>
                <a:gd name="connsiteY12" fmla="*/ 594360 h 603504"/>
                <a:gd name="connsiteX13" fmla="*/ 265 w 622057"/>
                <a:gd name="connsiteY13" fmla="*/ 603504 h 6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2057" h="603504">
                  <a:moveTo>
                    <a:pt x="622057" y="0"/>
                  </a:moveTo>
                  <a:cubicBezTo>
                    <a:pt x="606817" y="15240"/>
                    <a:pt x="596032" y="36967"/>
                    <a:pt x="576337" y="45720"/>
                  </a:cubicBezTo>
                  <a:cubicBezTo>
                    <a:pt x="539176" y="62236"/>
                    <a:pt x="496697" y="62452"/>
                    <a:pt x="457465" y="73152"/>
                  </a:cubicBezTo>
                  <a:cubicBezTo>
                    <a:pt x="429568" y="80760"/>
                    <a:pt x="402601" y="91440"/>
                    <a:pt x="375169" y="100584"/>
                  </a:cubicBezTo>
                  <a:cubicBezTo>
                    <a:pt x="359929" y="112776"/>
                    <a:pt x="345688" y="126334"/>
                    <a:pt x="329449" y="137160"/>
                  </a:cubicBezTo>
                  <a:cubicBezTo>
                    <a:pt x="309002" y="150791"/>
                    <a:pt x="284838" y="158649"/>
                    <a:pt x="265441" y="173736"/>
                  </a:cubicBezTo>
                  <a:cubicBezTo>
                    <a:pt x="256766" y="180483"/>
                    <a:pt x="253747" y="192376"/>
                    <a:pt x="247153" y="201168"/>
                  </a:cubicBezTo>
                  <a:cubicBezTo>
                    <a:pt x="235443" y="216781"/>
                    <a:pt x="221403" y="230649"/>
                    <a:pt x="210577" y="246888"/>
                  </a:cubicBezTo>
                  <a:cubicBezTo>
                    <a:pt x="203016" y="258230"/>
                    <a:pt x="201265" y="273206"/>
                    <a:pt x="192289" y="283464"/>
                  </a:cubicBezTo>
                  <a:cubicBezTo>
                    <a:pt x="179437" y="298152"/>
                    <a:pt x="159351" y="305291"/>
                    <a:pt x="146569" y="320040"/>
                  </a:cubicBezTo>
                  <a:cubicBezTo>
                    <a:pt x="58511" y="421645"/>
                    <a:pt x="94222" y="386832"/>
                    <a:pt x="55129" y="457200"/>
                  </a:cubicBezTo>
                  <a:cubicBezTo>
                    <a:pt x="46498" y="472736"/>
                    <a:pt x="35051" y="486740"/>
                    <a:pt x="27697" y="502920"/>
                  </a:cubicBezTo>
                  <a:cubicBezTo>
                    <a:pt x="19366" y="521248"/>
                    <a:pt x="5002" y="570673"/>
                    <a:pt x="265" y="594360"/>
                  </a:cubicBezTo>
                  <a:cubicBezTo>
                    <a:pt x="-333" y="597349"/>
                    <a:pt x="265" y="600456"/>
                    <a:pt x="265" y="603504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73137CCA-2B0F-407E-A960-FC4DE4E3B40D}"/>
                </a:ext>
              </a:extLst>
            </p:cNvPr>
            <p:cNvSpPr/>
            <p:nvPr/>
          </p:nvSpPr>
          <p:spPr>
            <a:xfrm>
              <a:off x="5830398" y="3105843"/>
              <a:ext cx="345236" cy="270590"/>
            </a:xfrm>
            <a:custGeom>
              <a:avLst/>
              <a:gdLst>
                <a:gd name="connsiteX0" fmla="*/ 0 w 676656"/>
                <a:gd name="connsiteY0" fmla="*/ 0 h 530352"/>
                <a:gd name="connsiteX1" fmla="*/ 164592 w 676656"/>
                <a:gd name="connsiteY1" fmla="*/ 82296 h 530352"/>
                <a:gd name="connsiteX2" fmla="*/ 466344 w 676656"/>
                <a:gd name="connsiteY2" fmla="*/ 228600 h 530352"/>
                <a:gd name="connsiteX3" fmla="*/ 576072 w 676656"/>
                <a:gd name="connsiteY3" fmla="*/ 393192 h 530352"/>
                <a:gd name="connsiteX4" fmla="*/ 603504 w 676656"/>
                <a:gd name="connsiteY4" fmla="*/ 420624 h 530352"/>
                <a:gd name="connsiteX5" fmla="*/ 676656 w 676656"/>
                <a:gd name="connsiteY5" fmla="*/ 530352 h 53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6656" h="530352">
                  <a:moveTo>
                    <a:pt x="0" y="0"/>
                  </a:moveTo>
                  <a:cubicBezTo>
                    <a:pt x="54864" y="27432"/>
                    <a:pt x="108212" y="58133"/>
                    <a:pt x="164592" y="82296"/>
                  </a:cubicBezTo>
                  <a:cubicBezTo>
                    <a:pt x="318584" y="148293"/>
                    <a:pt x="331726" y="116418"/>
                    <a:pt x="466344" y="228600"/>
                  </a:cubicBezTo>
                  <a:cubicBezTo>
                    <a:pt x="550537" y="298761"/>
                    <a:pt x="526223" y="314858"/>
                    <a:pt x="576072" y="393192"/>
                  </a:cubicBezTo>
                  <a:cubicBezTo>
                    <a:pt x="583015" y="404102"/>
                    <a:pt x="595745" y="410279"/>
                    <a:pt x="603504" y="420624"/>
                  </a:cubicBezTo>
                  <a:lnTo>
                    <a:pt x="676656" y="530352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8DA21F0-B0CF-45BB-B01C-34D764633EE6}"/>
              </a:ext>
            </a:extLst>
          </p:cNvPr>
          <p:cNvSpPr txBox="1"/>
          <p:nvPr/>
        </p:nvSpPr>
        <p:spPr>
          <a:xfrm>
            <a:off x="10535302" y="5611468"/>
            <a:ext cx="9067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01. </a:t>
            </a:r>
            <a:r>
              <a:rPr lang="ko-KR" altLang="en-US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달은 낙하하고 있다</a:t>
            </a:r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.</a:t>
            </a:r>
            <a:endParaRPr lang="ko-KR" altLang="en-US" sz="8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66F1A1B-24D4-4B57-B4AA-A1C65E93A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486" y="921128"/>
            <a:ext cx="1171902" cy="117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2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혁명 5: 뉴턴 3">
            <a:extLst>
              <a:ext uri="{FF2B5EF4-FFF2-40B4-BE49-F238E27FC236}">
                <a16:creationId xmlns:a16="http://schemas.microsoft.com/office/drawing/2014/main" id="{B109E7A4-975F-4A4C-8137-35E15DB26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0"/>
            <a:ext cx="11769725" cy="1259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78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04321D-4321-4257-8174-3CBB902075A4}"/>
              </a:ext>
            </a:extLst>
          </p:cNvPr>
          <p:cNvSpPr txBox="1"/>
          <p:nvPr/>
        </p:nvSpPr>
        <p:spPr>
          <a:xfrm>
            <a:off x="4818062" y="5145832"/>
            <a:ext cx="1196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천상의 </a:t>
            </a:r>
            <a:r>
              <a:rPr lang="ko-KR" altLang="en-US" sz="7200" dirty="0" err="1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물체든</a:t>
            </a:r>
            <a:r>
              <a:rPr lang="en-US" altLang="ko-KR" sz="72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</a:t>
            </a:r>
            <a:r>
              <a:rPr lang="ko-KR" altLang="en-US" sz="72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지상의 </a:t>
            </a:r>
            <a:r>
              <a:rPr lang="ko-KR" altLang="en-US" sz="7200" dirty="0" err="1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물체든</a:t>
            </a:r>
            <a:r>
              <a:rPr lang="en-US" altLang="ko-KR" sz="72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</a:t>
            </a:r>
          </a:p>
          <a:p>
            <a:pPr algn="ctr"/>
            <a:r>
              <a:rPr lang="ko-KR" altLang="en-US" sz="72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질량을 가진다면 </a:t>
            </a:r>
            <a:r>
              <a:rPr lang="ko-KR" altLang="en-US" sz="7200" dirty="0">
                <a:solidFill>
                  <a:srgbClr val="FFFF00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</a:t>
            </a:r>
            <a:r>
              <a:rPr lang="ko-KR" altLang="en-US" sz="72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이 작용한다</a:t>
            </a:r>
            <a:r>
              <a:rPr lang="en-US" altLang="ko-KR" sz="72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.</a:t>
            </a:r>
            <a:endParaRPr lang="ko-KR" altLang="en-US" sz="72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225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5D797-C39E-41A2-B688-1E96A6602539}"/>
              </a:ext>
            </a:extLst>
          </p:cNvPr>
          <p:cNvSpPr txBox="1"/>
          <p:nvPr/>
        </p:nvSpPr>
        <p:spPr>
          <a:xfrm>
            <a:off x="4818062" y="5004594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F</a:t>
            </a:r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 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 ma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F78BD38-1090-43AA-9803-2AC5312049FA}"/>
              </a:ext>
            </a:extLst>
          </p:cNvPr>
          <p:cNvCxnSpPr/>
          <p:nvPr/>
        </p:nvCxnSpPr>
        <p:spPr>
          <a:xfrm>
            <a:off x="8118886" y="5385594"/>
            <a:ext cx="15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13F678-F5F2-4752-B9A8-02091BE624ED}"/>
              </a:ext>
            </a:extLst>
          </p:cNvPr>
          <p:cNvSpPr txBox="1"/>
          <p:nvPr/>
        </p:nvSpPr>
        <p:spPr>
          <a:xfrm>
            <a:off x="8309386" y="4650651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힘</a:t>
            </a:r>
            <a:endParaRPr lang="ko-KR" altLang="en-US" sz="4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0939213-4066-45AA-BFDD-23B6D12CC994}"/>
              </a:ext>
            </a:extLst>
          </p:cNvPr>
          <p:cNvCxnSpPr>
            <a:cxnSpLocks/>
          </p:cNvCxnSpPr>
          <p:nvPr/>
        </p:nvCxnSpPr>
        <p:spPr>
          <a:xfrm>
            <a:off x="11166886" y="7061994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798F31-92EF-45F0-B350-11BCAB98AE19}"/>
              </a:ext>
            </a:extLst>
          </p:cNvPr>
          <p:cNvSpPr txBox="1"/>
          <p:nvPr/>
        </p:nvSpPr>
        <p:spPr>
          <a:xfrm>
            <a:off x="11166886" y="7097688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질량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94A3CB7-C06D-49F2-9EC1-FFD60AD0E8C4}"/>
              </a:ext>
            </a:extLst>
          </p:cNvPr>
          <p:cNvCxnSpPr>
            <a:cxnSpLocks/>
          </p:cNvCxnSpPr>
          <p:nvPr/>
        </p:nvCxnSpPr>
        <p:spPr>
          <a:xfrm>
            <a:off x="12157486" y="5766594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A21639-9B58-4941-A309-46D2355185C4}"/>
              </a:ext>
            </a:extLst>
          </p:cNvPr>
          <p:cNvSpPr txBox="1"/>
          <p:nvPr/>
        </p:nvSpPr>
        <p:spPr>
          <a:xfrm>
            <a:off x="11809155" y="4989462"/>
            <a:ext cx="190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가속도</a:t>
            </a:r>
            <a:endParaRPr lang="ko-KR" altLang="en-US" sz="4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668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508C6-9763-4293-83FC-841A1CFE475B}"/>
              </a:ext>
            </a:extLst>
          </p:cNvPr>
          <p:cNvSpPr txBox="1"/>
          <p:nvPr/>
        </p:nvSpPr>
        <p:spPr>
          <a:xfrm>
            <a:off x="4818062" y="4928394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F</a:t>
            </a:r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 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 mg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4918BB-3DE5-4214-BCFB-9BDD3CFD9A97}"/>
              </a:ext>
            </a:extLst>
          </p:cNvPr>
          <p:cNvCxnSpPr/>
          <p:nvPr/>
        </p:nvCxnSpPr>
        <p:spPr>
          <a:xfrm>
            <a:off x="8118886" y="5309394"/>
            <a:ext cx="15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3198C9-4FCD-4854-9AFC-873BAA7BADFD}"/>
              </a:ext>
            </a:extLst>
          </p:cNvPr>
          <p:cNvSpPr txBox="1"/>
          <p:nvPr/>
        </p:nvSpPr>
        <p:spPr>
          <a:xfrm>
            <a:off x="8309386" y="4574451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힘</a:t>
            </a:r>
            <a:endParaRPr lang="ko-KR" altLang="en-US" sz="4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D02730-E3E0-4FA6-A8C2-361ACD8FF880}"/>
              </a:ext>
            </a:extLst>
          </p:cNvPr>
          <p:cNvCxnSpPr>
            <a:cxnSpLocks/>
          </p:cNvCxnSpPr>
          <p:nvPr/>
        </p:nvCxnSpPr>
        <p:spPr>
          <a:xfrm>
            <a:off x="11166886" y="6985794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143B958-7A00-429F-9F2B-E939EE6E0AEA}"/>
              </a:ext>
            </a:extLst>
          </p:cNvPr>
          <p:cNvSpPr txBox="1"/>
          <p:nvPr/>
        </p:nvSpPr>
        <p:spPr>
          <a:xfrm>
            <a:off x="11166886" y="7021488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질량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64A6D0F-714D-409C-868C-7625C4183A89}"/>
              </a:ext>
            </a:extLst>
          </p:cNvPr>
          <p:cNvCxnSpPr>
            <a:cxnSpLocks/>
          </p:cNvCxnSpPr>
          <p:nvPr/>
        </p:nvCxnSpPr>
        <p:spPr>
          <a:xfrm>
            <a:off x="12157486" y="5690394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FBB8B8-4F49-4ADC-ADAD-7E17F1FC70B5}"/>
              </a:ext>
            </a:extLst>
          </p:cNvPr>
          <p:cNvSpPr txBox="1"/>
          <p:nvPr/>
        </p:nvSpPr>
        <p:spPr>
          <a:xfrm>
            <a:off x="11166886" y="4913262"/>
            <a:ext cx="3189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중력가속도</a:t>
            </a:r>
            <a:endParaRPr lang="ko-KR" altLang="en-US" sz="4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5551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84742-E0E1-4EA1-BE8D-AF9B0E686DFB}"/>
              </a:ext>
            </a:extLst>
          </p:cNvPr>
          <p:cNvSpPr txBox="1"/>
          <p:nvPr/>
        </p:nvSpPr>
        <p:spPr>
          <a:xfrm>
            <a:off x="5084762" y="5191998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F</a:t>
            </a:r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 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 mg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7FA202D-036A-4980-819A-121E85905286}"/>
              </a:ext>
            </a:extLst>
          </p:cNvPr>
          <p:cNvCxnSpPr/>
          <p:nvPr/>
        </p:nvCxnSpPr>
        <p:spPr>
          <a:xfrm>
            <a:off x="8385586" y="5572998"/>
            <a:ext cx="15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A087EB-15BD-4617-B170-8A4637D300C1}"/>
              </a:ext>
            </a:extLst>
          </p:cNvPr>
          <p:cNvSpPr txBox="1"/>
          <p:nvPr/>
        </p:nvSpPr>
        <p:spPr>
          <a:xfrm>
            <a:off x="8576086" y="4838055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A0E2133-7119-4C35-B80F-D7DFB226A6BB}"/>
              </a:ext>
            </a:extLst>
          </p:cNvPr>
          <p:cNvCxnSpPr>
            <a:cxnSpLocks/>
          </p:cNvCxnSpPr>
          <p:nvPr/>
        </p:nvCxnSpPr>
        <p:spPr>
          <a:xfrm>
            <a:off x="11433586" y="7249398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24B0198-A405-4F30-BB67-D6D3008205B2}"/>
              </a:ext>
            </a:extLst>
          </p:cNvPr>
          <p:cNvSpPr txBox="1"/>
          <p:nvPr/>
        </p:nvSpPr>
        <p:spPr>
          <a:xfrm>
            <a:off x="11433586" y="7285092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질량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4057ACC-C103-4850-B43F-16ED64BEF78E}"/>
              </a:ext>
            </a:extLst>
          </p:cNvPr>
          <p:cNvCxnSpPr>
            <a:cxnSpLocks/>
          </p:cNvCxnSpPr>
          <p:nvPr/>
        </p:nvCxnSpPr>
        <p:spPr>
          <a:xfrm>
            <a:off x="12424186" y="5953998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8A9F8B-B338-4D43-94E8-E2EA52E77D3F}"/>
              </a:ext>
            </a:extLst>
          </p:cNvPr>
          <p:cNvSpPr txBox="1"/>
          <p:nvPr/>
        </p:nvSpPr>
        <p:spPr>
          <a:xfrm>
            <a:off x="11433586" y="5176866"/>
            <a:ext cx="3189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중력가속도</a:t>
            </a:r>
            <a:endParaRPr lang="ko-KR" altLang="en-US" sz="4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5893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DEEACE-820B-41C3-8F75-D1B71E569781}"/>
              </a:ext>
            </a:extLst>
          </p:cNvPr>
          <p:cNvSpPr txBox="1"/>
          <p:nvPr/>
        </p:nvSpPr>
        <p:spPr>
          <a:xfrm>
            <a:off x="4094162" y="5576894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중력가속도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020DA-983F-4307-A969-6D1C14830683}"/>
              </a:ext>
            </a:extLst>
          </p:cNvPr>
          <p:cNvSpPr txBox="1"/>
          <p:nvPr/>
        </p:nvSpPr>
        <p:spPr>
          <a:xfrm>
            <a:off x="8666162" y="557689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</a:t>
            </a:r>
            <a:endParaRPr lang="ko-KR" altLang="en-US" sz="8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D03280-889F-49FC-8EA6-0E1044516663}"/>
                  </a:ext>
                </a:extLst>
              </p:cNvPr>
              <p:cNvSpPr txBox="1"/>
              <p:nvPr/>
            </p:nvSpPr>
            <p:spPr>
              <a:xfrm>
                <a:off x="10494962" y="5085120"/>
                <a:ext cx="3657600" cy="216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7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</m:ctrlPr>
                        </m:fPr>
                        <m:num>
                          <m:r>
                            <a:rPr lang="en-US" altLang="ko-KR" sz="7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  <m:t>𝐺𝑀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72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D03280-889F-49FC-8EA6-0E1044516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4962" y="5085120"/>
                <a:ext cx="3657600" cy="216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F4E7999-1668-4775-9E80-E7C6618E0A18}"/>
              </a:ext>
            </a:extLst>
          </p:cNvPr>
          <p:cNvSpPr txBox="1"/>
          <p:nvPr/>
        </p:nvSpPr>
        <p:spPr>
          <a:xfrm>
            <a:off x="3713162" y="8281194"/>
            <a:ext cx="1280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&lt;R: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천체의 반지름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G: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 상수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M: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천체의 질량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&gt;</a:t>
            </a:r>
            <a:endParaRPr lang="ko-KR" altLang="en-US" sz="36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D7DF4-5C5A-4A61-92CD-4A489CE0F654}"/>
              </a:ext>
            </a:extLst>
          </p:cNvPr>
          <p:cNvSpPr txBox="1"/>
          <p:nvPr/>
        </p:nvSpPr>
        <p:spPr>
          <a:xfrm>
            <a:off x="11866562" y="557689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</a:t>
            </a:r>
            <a:endParaRPr lang="ko-KR" altLang="en-US" sz="8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03E47-D270-4250-B9D0-4F528DC7231B}"/>
                  </a:ext>
                </a:extLst>
              </p:cNvPr>
              <p:cNvSpPr txBox="1"/>
              <p:nvPr/>
            </p:nvSpPr>
            <p:spPr>
              <a:xfrm>
                <a:off x="14381162" y="5576894"/>
                <a:ext cx="3657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0" dirty="0">
                    <a:solidFill>
                      <a:schemeClr val="bg1"/>
                    </a:solidFill>
                    <a:latin typeface="학교안심 우주 R" panose="02000503000000000000" pitchFamily="50" charset="-127"/>
                    <a:ea typeface="학교안심 우주 R" panose="02000503000000000000" pitchFamily="50" charset="-127"/>
                  </a:rPr>
                  <a:t>9.8m/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8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학교안심 우주 R" panose="02000503000000000000" pitchFamily="50" charset="-127"/>
                          </a:rPr>
                        </m:ctrlPr>
                      </m:sSupPr>
                      <m:e>
                        <m:r>
                          <a:rPr lang="en-US" altLang="ko-KR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학교안심 우주 R" panose="02000503000000000000" pitchFamily="50" charset="-127"/>
                          </a:rPr>
                          <m:t>𝑠</m:t>
                        </m:r>
                      </m:e>
                      <m:sup>
                        <m:r>
                          <a:rPr lang="en-US" altLang="ko-KR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학교안심 우주 R" panose="02000503000000000000" pitchFamily="50" charset="-127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sz="80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03E47-D270-4250-B9D0-4F528DC72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1162" y="5576894"/>
                <a:ext cx="3657600" cy="1323439"/>
              </a:xfrm>
              <a:prstGeom prst="rect">
                <a:avLst/>
              </a:prstGeom>
              <a:blipFill>
                <a:blip r:embed="rId3"/>
                <a:stretch>
                  <a:fillRect l="-10667" t="-19816" b="-419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998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1D2E63-E7C4-407D-B3F1-BE3CE36C4D16}"/>
              </a:ext>
            </a:extLst>
          </p:cNvPr>
          <p:cNvSpPr txBox="1"/>
          <p:nvPr/>
        </p:nvSpPr>
        <p:spPr>
          <a:xfrm>
            <a:off x="4322762" y="5500694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중력가속도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B2EEC-2CDB-4AFC-BC83-5BB316EA36F5}"/>
              </a:ext>
            </a:extLst>
          </p:cNvPr>
          <p:cNvSpPr txBox="1"/>
          <p:nvPr/>
        </p:nvSpPr>
        <p:spPr>
          <a:xfrm>
            <a:off x="8894762" y="550069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</a:t>
            </a:r>
            <a:endParaRPr lang="ko-KR" altLang="en-US" sz="8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7F1F4F-0BFF-4B59-A099-78BC5F0B0B82}"/>
                  </a:ext>
                </a:extLst>
              </p:cNvPr>
              <p:cNvSpPr txBox="1"/>
              <p:nvPr/>
            </p:nvSpPr>
            <p:spPr>
              <a:xfrm>
                <a:off x="10723562" y="5008920"/>
                <a:ext cx="3657600" cy="216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7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</m:ctrlPr>
                        </m:fPr>
                        <m:num>
                          <m:r>
                            <a:rPr lang="en-US" altLang="ko-KR" sz="7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  <m:t>𝐺𝑀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72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7F1F4F-0BFF-4B59-A099-78BC5F0B0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562" y="5008920"/>
                <a:ext cx="3657600" cy="216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4141CDD-B5DA-4A34-B7B7-BD1AAD237E8D}"/>
              </a:ext>
            </a:extLst>
          </p:cNvPr>
          <p:cNvSpPr txBox="1"/>
          <p:nvPr/>
        </p:nvSpPr>
        <p:spPr>
          <a:xfrm>
            <a:off x="3941762" y="8204994"/>
            <a:ext cx="1280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&lt;R: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지구의 반지름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G: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 상수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M: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지구의 질량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&gt;</a:t>
            </a:r>
            <a:endParaRPr lang="ko-KR" altLang="en-US" sz="36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18C1D-F449-4114-BC0F-C7CE10CAB608}"/>
              </a:ext>
            </a:extLst>
          </p:cNvPr>
          <p:cNvSpPr txBox="1"/>
          <p:nvPr/>
        </p:nvSpPr>
        <p:spPr>
          <a:xfrm>
            <a:off x="12095162" y="550069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</a:t>
            </a:r>
            <a:endParaRPr lang="ko-KR" altLang="en-US" sz="8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D8EC9B-4F4C-430F-AE57-7783A28D66EA}"/>
                  </a:ext>
                </a:extLst>
              </p:cNvPr>
              <p:cNvSpPr txBox="1"/>
              <p:nvPr/>
            </p:nvSpPr>
            <p:spPr>
              <a:xfrm>
                <a:off x="14609762" y="5500694"/>
                <a:ext cx="3657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0" dirty="0">
                    <a:solidFill>
                      <a:schemeClr val="bg1"/>
                    </a:solidFill>
                    <a:latin typeface="학교안심 우주 R" panose="02000503000000000000" pitchFamily="50" charset="-127"/>
                    <a:ea typeface="학교안심 우주 R" panose="02000503000000000000" pitchFamily="50" charset="-127"/>
                  </a:rPr>
                  <a:t>9.8m/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8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학교안심 우주 R" panose="02000503000000000000" pitchFamily="50" charset="-127"/>
                          </a:rPr>
                        </m:ctrlPr>
                      </m:sSupPr>
                      <m:e>
                        <m:r>
                          <a:rPr lang="en-US" altLang="ko-KR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학교안심 우주 R" panose="02000503000000000000" pitchFamily="50" charset="-127"/>
                          </a:rPr>
                          <m:t>𝑠</m:t>
                        </m:r>
                      </m:e>
                      <m:sup>
                        <m:r>
                          <a:rPr lang="en-US" altLang="ko-KR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학교안심 우주 R" panose="02000503000000000000" pitchFamily="50" charset="-127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sz="80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D8EC9B-4F4C-430F-AE57-7783A28D6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9762" y="5500694"/>
                <a:ext cx="3657600" cy="1323439"/>
              </a:xfrm>
              <a:prstGeom prst="rect">
                <a:avLst/>
              </a:prstGeom>
              <a:blipFill>
                <a:blip r:embed="rId3"/>
                <a:stretch>
                  <a:fillRect l="-10833" t="-19816" b="-419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4897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8713C2-82D2-4075-86AA-59FCCBF24220}"/>
              </a:ext>
            </a:extLst>
          </p:cNvPr>
          <p:cNvSpPr txBox="1"/>
          <p:nvPr/>
        </p:nvSpPr>
        <p:spPr>
          <a:xfrm>
            <a:off x="4818062" y="5191998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F</a:t>
            </a:r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 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 mg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DEE816B-94CA-4CC2-ADDA-57A6CDB59F3A}"/>
              </a:ext>
            </a:extLst>
          </p:cNvPr>
          <p:cNvCxnSpPr/>
          <p:nvPr/>
        </p:nvCxnSpPr>
        <p:spPr>
          <a:xfrm>
            <a:off x="8118886" y="5572998"/>
            <a:ext cx="15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BE470F9-CE71-4613-ABA9-3D1271FC3279}"/>
              </a:ext>
            </a:extLst>
          </p:cNvPr>
          <p:cNvSpPr txBox="1"/>
          <p:nvPr/>
        </p:nvSpPr>
        <p:spPr>
          <a:xfrm>
            <a:off x="8309386" y="4838055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7A20726-BE2F-4DC4-B53D-918CA4D1C99E}"/>
              </a:ext>
            </a:extLst>
          </p:cNvPr>
          <p:cNvCxnSpPr>
            <a:cxnSpLocks/>
          </p:cNvCxnSpPr>
          <p:nvPr/>
        </p:nvCxnSpPr>
        <p:spPr>
          <a:xfrm>
            <a:off x="11166886" y="7249398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3ED8028-F381-4571-82F2-2A103C9AA3EB}"/>
              </a:ext>
            </a:extLst>
          </p:cNvPr>
          <p:cNvSpPr txBox="1"/>
          <p:nvPr/>
        </p:nvSpPr>
        <p:spPr>
          <a:xfrm>
            <a:off x="11166886" y="7285092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질량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D0C1659-4D24-4EFD-9E03-934527C5B182}"/>
              </a:ext>
            </a:extLst>
          </p:cNvPr>
          <p:cNvCxnSpPr>
            <a:cxnSpLocks/>
          </p:cNvCxnSpPr>
          <p:nvPr/>
        </p:nvCxnSpPr>
        <p:spPr>
          <a:xfrm>
            <a:off x="12157486" y="5953998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161656-774D-49CC-9C2E-DE62F4DEB0FE}"/>
              </a:ext>
            </a:extLst>
          </p:cNvPr>
          <p:cNvSpPr txBox="1"/>
          <p:nvPr/>
        </p:nvSpPr>
        <p:spPr>
          <a:xfrm>
            <a:off x="11166886" y="5176866"/>
            <a:ext cx="3189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중력가속도</a:t>
            </a:r>
            <a:endParaRPr lang="ko-KR" altLang="en-US" sz="4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8494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CB6E9-26FB-46D5-9F41-60844328A1FE}"/>
              </a:ext>
            </a:extLst>
          </p:cNvPr>
          <p:cNvSpPr txBox="1"/>
          <p:nvPr/>
        </p:nvSpPr>
        <p:spPr>
          <a:xfrm>
            <a:off x="4322762" y="3581759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F</a:t>
            </a:r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 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 mg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13D3807-D638-4D95-B6FC-EAFBDD337C3E}"/>
              </a:ext>
            </a:extLst>
          </p:cNvPr>
          <p:cNvCxnSpPr/>
          <p:nvPr/>
        </p:nvCxnSpPr>
        <p:spPr>
          <a:xfrm>
            <a:off x="7623586" y="3962759"/>
            <a:ext cx="15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FADEE0-0993-487A-BE3D-07D5662C0CF3}"/>
              </a:ext>
            </a:extLst>
          </p:cNvPr>
          <p:cNvSpPr txBox="1"/>
          <p:nvPr/>
        </p:nvSpPr>
        <p:spPr>
          <a:xfrm>
            <a:off x="7814086" y="3227816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B2375BE-E736-44EF-9FB2-7AF9BD4878D3}"/>
              </a:ext>
            </a:extLst>
          </p:cNvPr>
          <p:cNvCxnSpPr>
            <a:cxnSpLocks/>
          </p:cNvCxnSpPr>
          <p:nvPr/>
        </p:nvCxnSpPr>
        <p:spPr>
          <a:xfrm>
            <a:off x="10671586" y="5639159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111BC8-D3D6-41D4-A995-78AB1EC127B5}"/>
              </a:ext>
            </a:extLst>
          </p:cNvPr>
          <p:cNvSpPr txBox="1"/>
          <p:nvPr/>
        </p:nvSpPr>
        <p:spPr>
          <a:xfrm>
            <a:off x="10671586" y="5674853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질량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1CBDD8B-F41A-432B-9663-7732B2F9452D}"/>
              </a:ext>
            </a:extLst>
          </p:cNvPr>
          <p:cNvCxnSpPr>
            <a:cxnSpLocks/>
          </p:cNvCxnSpPr>
          <p:nvPr/>
        </p:nvCxnSpPr>
        <p:spPr>
          <a:xfrm>
            <a:off x="11662186" y="4343759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866530-3514-4BEC-B80B-FF31E7522497}"/>
              </a:ext>
            </a:extLst>
          </p:cNvPr>
          <p:cNvSpPr txBox="1"/>
          <p:nvPr/>
        </p:nvSpPr>
        <p:spPr>
          <a:xfrm>
            <a:off x="10671586" y="3566627"/>
            <a:ext cx="3189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중력가속도</a:t>
            </a:r>
            <a:endParaRPr lang="ko-KR" altLang="en-US" sz="40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52FAB-36CA-4F7B-BA93-771BA16D9D50}"/>
              </a:ext>
            </a:extLst>
          </p:cNvPr>
          <p:cNvSpPr txBox="1"/>
          <p:nvPr/>
        </p:nvSpPr>
        <p:spPr>
          <a:xfrm>
            <a:off x="3332162" y="6757194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g = 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9A5E7E-B0EB-4EB4-9BBD-0F941DFDE52D}"/>
                  </a:ext>
                </a:extLst>
              </p:cNvPr>
              <p:cNvSpPr txBox="1"/>
              <p:nvPr/>
            </p:nvSpPr>
            <p:spPr>
              <a:xfrm>
                <a:off x="10051124" y="6757194"/>
                <a:ext cx="3657600" cy="216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7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</m:ctrlPr>
                        </m:fPr>
                        <m:num>
                          <m:r>
                            <a:rPr lang="en-US" altLang="ko-KR" sz="7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  <m:t>𝐺𝑀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72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9A5E7E-B0EB-4EB4-9BBD-0F941DFDE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1124" y="6757194"/>
                <a:ext cx="3657600" cy="216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103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75569-7B0B-470C-9013-37FF47722D54}"/>
              </a:ext>
            </a:extLst>
          </p:cNvPr>
          <p:cNvSpPr txBox="1"/>
          <p:nvPr/>
        </p:nvSpPr>
        <p:spPr>
          <a:xfrm>
            <a:off x="3941762" y="4928394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F</a:t>
            </a:r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 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 m x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D3CAB6C-1986-40D1-ACF2-2CB9FD867F89}"/>
              </a:ext>
            </a:extLst>
          </p:cNvPr>
          <p:cNvCxnSpPr/>
          <p:nvPr/>
        </p:nvCxnSpPr>
        <p:spPr>
          <a:xfrm>
            <a:off x="7242586" y="5309394"/>
            <a:ext cx="15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AC5C0EF-43BE-4BDF-918D-7615034C5B7E}"/>
              </a:ext>
            </a:extLst>
          </p:cNvPr>
          <p:cNvSpPr txBox="1"/>
          <p:nvPr/>
        </p:nvSpPr>
        <p:spPr>
          <a:xfrm>
            <a:off x="7433086" y="4574451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95D380-4D8B-4784-9D58-BD02103BFB43}"/>
              </a:ext>
            </a:extLst>
          </p:cNvPr>
          <p:cNvCxnSpPr>
            <a:cxnSpLocks/>
          </p:cNvCxnSpPr>
          <p:nvPr/>
        </p:nvCxnSpPr>
        <p:spPr>
          <a:xfrm>
            <a:off x="10061986" y="6985794"/>
            <a:ext cx="120833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BE0EA6F-E293-427F-AC92-511FE526AD5F}"/>
              </a:ext>
            </a:extLst>
          </p:cNvPr>
          <p:cNvSpPr txBox="1"/>
          <p:nvPr/>
        </p:nvSpPr>
        <p:spPr>
          <a:xfrm>
            <a:off x="10061986" y="7021488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질량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89441D-6412-48EE-B606-2F8506AD376E}"/>
                  </a:ext>
                </a:extLst>
              </p:cNvPr>
              <p:cNvSpPr txBox="1"/>
              <p:nvPr/>
            </p:nvSpPr>
            <p:spPr>
              <a:xfrm>
                <a:off x="11799433" y="5154900"/>
                <a:ext cx="3657600" cy="216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7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</m:ctrlPr>
                        </m:fPr>
                        <m:num>
                          <m:r>
                            <a:rPr lang="en-US" altLang="ko-KR" sz="7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  <m:t>𝐺𝑀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72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89441D-6412-48EE-B606-2F8506AD3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433" y="5154900"/>
                <a:ext cx="3657600" cy="216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4038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B2B95-70C1-49DD-8FBF-195B907FB376}"/>
              </a:ext>
            </a:extLst>
          </p:cNvPr>
          <p:cNvSpPr txBox="1"/>
          <p:nvPr/>
        </p:nvSpPr>
        <p:spPr>
          <a:xfrm>
            <a:off x="4222338" y="5060434"/>
            <a:ext cx="1196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F</a:t>
            </a:r>
            <a:r>
              <a:rPr lang="ko-KR" altLang="en-US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 </a:t>
            </a:r>
            <a:r>
              <a:rPr lang="en-US" altLang="ko-KR" sz="138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=</a:t>
            </a:r>
            <a:endParaRPr lang="ko-KR" altLang="en-US" sz="138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A8896C2-D5CF-4CFD-803E-64C3295C873F}"/>
              </a:ext>
            </a:extLst>
          </p:cNvPr>
          <p:cNvCxnSpPr/>
          <p:nvPr/>
        </p:nvCxnSpPr>
        <p:spPr>
          <a:xfrm>
            <a:off x="8666162" y="5441434"/>
            <a:ext cx="15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23829EB-6DCB-4E7D-A700-F0CBE87B3C39}"/>
              </a:ext>
            </a:extLst>
          </p:cNvPr>
          <p:cNvSpPr txBox="1"/>
          <p:nvPr/>
        </p:nvSpPr>
        <p:spPr>
          <a:xfrm>
            <a:off x="8856662" y="4706491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5CD63E-2D0B-490F-886F-C4BF577F0E0E}"/>
                  </a:ext>
                </a:extLst>
              </p:cNvPr>
              <p:cNvSpPr txBox="1"/>
              <p:nvPr/>
            </p:nvSpPr>
            <p:spPr>
              <a:xfrm>
                <a:off x="11180762" y="5060434"/>
                <a:ext cx="3657600" cy="216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7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</m:ctrlPr>
                        </m:fPr>
                        <m:num>
                          <m:r>
                            <a:rPr lang="en-US" altLang="ko-KR" sz="7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학교안심 우주 R" panose="02000503000000000000" pitchFamily="50" charset="-127"/>
                            </a:rPr>
                            <m:t>𝐺𝑀𝑚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7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학교안심 우주 R" panose="02000503000000000000" pitchFamily="50" charset="-127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7200" dirty="0">
                  <a:solidFill>
                    <a:schemeClr val="bg1"/>
                  </a:solidFill>
                  <a:latin typeface="학교안심 우주 R" panose="02000503000000000000" pitchFamily="50" charset="-127"/>
                  <a:ea typeface="학교안심 우주 R" panose="02000503000000000000" pitchFamily="50" charset="-127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5CD63E-2D0B-490F-886F-C4BF577F0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0762" y="5060434"/>
                <a:ext cx="3657600" cy="216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A9A9077-F4AF-4D39-8CB3-5332B73872D5}"/>
              </a:ext>
            </a:extLst>
          </p:cNvPr>
          <p:cNvSpPr txBox="1"/>
          <p:nvPr/>
        </p:nvSpPr>
        <p:spPr>
          <a:xfrm>
            <a:off x="5770562" y="8281194"/>
            <a:ext cx="1280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&lt;R: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지구의 반지름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G: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중력 상수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M: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지구의 질량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, m: </a:t>
            </a:r>
            <a:r>
              <a:rPr lang="ko-KR" altLang="en-US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물체의 질량</a:t>
            </a:r>
            <a:r>
              <a:rPr lang="en-US" altLang="ko-KR" sz="3600" dirty="0">
                <a:solidFill>
                  <a:schemeClr val="bg1"/>
                </a:solidFill>
                <a:latin typeface="학교안심 우주 R" panose="02000503000000000000" pitchFamily="50" charset="-127"/>
                <a:ea typeface="학교안심 우주 R" panose="02000503000000000000" pitchFamily="50" charset="-127"/>
              </a:rPr>
              <a:t>&gt;</a:t>
            </a:r>
            <a:endParaRPr lang="ko-KR" altLang="en-US" sz="3600" dirty="0">
              <a:solidFill>
                <a:schemeClr val="bg1"/>
              </a:solidFill>
              <a:latin typeface="학교안심 우주 R" panose="02000503000000000000" pitchFamily="50" charset="-127"/>
              <a:ea typeface="학교안심 우주 R" panose="0200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4962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11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071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407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629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8762</TotalTime>
  <Words>188</Words>
  <Application>Microsoft Office PowerPoint</Application>
  <PresentationFormat>사용자 지정</PresentationFormat>
  <Paragraphs>64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39" baseType="lpstr">
      <vt:lpstr>Calibri</vt:lpstr>
      <vt:lpstr>학교안심 우주 R</vt:lpstr>
      <vt:lpstr>조군 개발새발 V3</vt:lpstr>
      <vt:lpstr>학교안심 가을소풍 L</vt:lpstr>
      <vt:lpstr>HY목각파임B</vt:lpstr>
      <vt:lpstr>Poppins</vt:lpstr>
      <vt:lpstr>맑은 고딕</vt:lpstr>
      <vt:lpstr>Cambria Math</vt:lpstr>
      <vt:lpstr>Arial</vt:lpstr>
      <vt:lpstr>Bradley Hand ITC</vt:lpstr>
      <vt:lpstr>Office Theme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Modern Universe Presentation</dc:title>
  <cp:lastModifiedBy>문용권</cp:lastModifiedBy>
  <cp:revision>206</cp:revision>
  <dcterms:created xsi:type="dcterms:W3CDTF">2006-08-16T00:00:00Z</dcterms:created>
  <dcterms:modified xsi:type="dcterms:W3CDTF">2026-09-14T06:29:16Z</dcterms:modified>
  <dc:identifier>DAGx_xtUsbk</dc:identifier>
</cp:coreProperties>
</file>